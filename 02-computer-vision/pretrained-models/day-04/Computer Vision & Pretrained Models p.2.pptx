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3" r:id="rId4"/>
    <p:sldMasterId id="214748370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y="5143500" cx="9144000"/>
  <p:notesSz cx="6858000" cy="9144000"/>
  <p:embeddedFontLst>
    <p:embeddedFont>
      <p:font typeface="Manrope Light"/>
      <p:regular r:id="rId41"/>
      <p:bold r:id="rId42"/>
    </p:embeddedFont>
    <p:embeddedFont>
      <p:font typeface="Anton"/>
      <p:regular r:id="rId43"/>
    </p:embeddedFont>
    <p:embeddedFont>
      <p:font typeface="Manrope SemiBold"/>
      <p:regular r:id="rId44"/>
      <p:bold r:id="rId45"/>
    </p:embeddedFont>
    <p:embeddedFont>
      <p:font typeface="Manrope"/>
      <p:regular r:id="rId46"/>
      <p:bold r:id="rId47"/>
    </p:embeddedFont>
    <p:embeddedFont>
      <p:font typeface="Manrope ExtraBold"/>
      <p:bold r:id="rId48"/>
    </p:embeddedFont>
    <p:embeddedFont>
      <p:font typeface="Manrope Medium"/>
      <p:regular r:id="rId49"/>
      <p:bold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font" Target="fonts/ManropeLight-bold.fntdata"/><Relationship Id="rId41" Type="http://schemas.openxmlformats.org/officeDocument/2006/relationships/font" Target="fonts/ManropeLight-regular.fntdata"/><Relationship Id="rId44" Type="http://schemas.openxmlformats.org/officeDocument/2006/relationships/font" Target="fonts/ManropeSemiBold-regular.fntdata"/><Relationship Id="rId43" Type="http://schemas.openxmlformats.org/officeDocument/2006/relationships/font" Target="fonts/Anton-regular.fntdata"/><Relationship Id="rId46" Type="http://schemas.openxmlformats.org/officeDocument/2006/relationships/font" Target="fonts/Manrope-regular.fntdata"/><Relationship Id="rId45" Type="http://schemas.openxmlformats.org/officeDocument/2006/relationships/font" Target="fonts/ManropeSemi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ManropeExtraBold-bold.fntdata"/><Relationship Id="rId47" Type="http://schemas.openxmlformats.org/officeDocument/2006/relationships/font" Target="fonts/Manrope-bold.fntdata"/><Relationship Id="rId49" Type="http://schemas.openxmlformats.org/officeDocument/2006/relationships/font" Target="fonts/ManropeMedium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0" Type="http://schemas.openxmlformats.org/officeDocument/2006/relationships/font" Target="fonts/ManropeMedium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g3f6ff2ffb32_0_1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2" name="Google Shape;1162;g3f6ff2ffb32_0_1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g3f6ff2ffb32_0_3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2" name="Google Shape;1172;g3f6ff2ffb32_0_3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g3f6ff2ffb32_0_4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8" name="Google Shape;1178;g3f6ff2ffb32_0_4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g3f6ff2ffb32_0_4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4" name="Google Shape;1184;g3f6ff2ffb32_0_4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g3f6ff2ffb32_0_4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1" name="Google Shape;1191;g3f6ff2ffb32_0_4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5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3f6ff2ffb32_0_2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7" name="Google Shape;1197;g3f6ff2ffb32_0_2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g3f6ff2ffb32_0_4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3" name="Google Shape;1203;g3f6ff2ffb32_0_4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7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g3f6ff2ffb32_0_4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9" name="Google Shape;1209;g3f6ff2ffb32_0_4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3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g3f6ff2ffb32_0_4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5" name="Google Shape;1215;g3f6ff2ffb32_0_4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g3f6ff2ffb32_0_4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1" name="Google Shape;1221;g3f6ff2ffb32_0_4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g3f6ff2ffb32_0_4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7" name="Google Shape;1227;g3f6ff2ffb32_0_4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g3f6ff2ffb32_0_4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3" name="Google Shape;1233;g3f6ff2ffb32_0_4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7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Google Shape;1238;g3f6ff2ffb32_0_4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9" name="Google Shape;1239;g3f6ff2ffb32_0_4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g3f6ff2ffb32_0_4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5" name="Google Shape;1245;g3f6ff2ffb32_0_4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g3f6ff2ffb32_0_4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1" name="Google Shape;1251;g3f6ff2ffb32_0_4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5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g3f6ff2ffb32_0_4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7" name="Google Shape;1257;g3f6ff2ffb32_0_4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g3f70ba5138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3" name="Google Shape;1263;g3f70ba5138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g3f70ba5138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0" name="Google Shape;1270;g3f70ba5138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5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g3f70ba51381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7" name="Google Shape;1277;g3f70ba51381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2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Google Shape;1283;g3f70ba51381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4" name="Google Shape;1284;g3f70ba51381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g3f70ba51381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3" name="Google Shape;1293;g3f70ba51381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g3f70ba51381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9" name="Google Shape;1299;g3f70ba51381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5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g3f70ba51381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7" name="Google Shape;1307;g3f70ba51381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2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g3f70ba51381_1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4" name="Google Shape;1314;g3f70ba51381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Google Shape;1320;g3f70ba51381_1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1" name="Google Shape;1321;g3f70ba51381_1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g3f70ba51381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8" name="Google Shape;1328;g3f70ba51381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3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g3f70ba51381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5" name="Google Shape;1335;g3f70ba51381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9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Google Shape;1340;g3f70ba51381_2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1" name="Google Shape;1341;g3f70ba51381_2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5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g3f70ba51381_2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7" name="Google Shape;1347;g3f70ba51381_2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2" name="Shape 1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" name="Google Shape;1353;g3f70ba51381_2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4" name="Google Shape;1354;g3f70ba51381_2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7" name="Shape 1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Google Shape;1358;g3f70599ddc0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9" name="Google Shape;1359;g3f70599ddc0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3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Google Shape;1364;g3f70ba51381_2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5" name="Google Shape;1365;g3f70ba51381_2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0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g3f70ba51381_3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2" name="Google Shape;1372;g3f70ba51381_3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7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g3f70ba51381_3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9" name="Google Shape;1379;g3f70ba51381_3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TITLE">
  <p:cSld name="BLANK_1_1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13"/>
          <p:cNvGrpSpPr/>
          <p:nvPr/>
        </p:nvGrpSpPr>
        <p:grpSpPr>
          <a:xfrm>
            <a:off x="-23299" y="-8075"/>
            <a:ext cx="9190577" cy="5150040"/>
            <a:chOff x="11751" y="-6300"/>
            <a:chExt cx="9190577" cy="5150040"/>
          </a:xfrm>
        </p:grpSpPr>
        <p:grpSp>
          <p:nvGrpSpPr>
            <p:cNvPr id="52" name="Google Shape;52;p13"/>
            <p:cNvGrpSpPr/>
            <p:nvPr/>
          </p:nvGrpSpPr>
          <p:grpSpPr>
            <a:xfrm>
              <a:off x="11751" y="-6300"/>
              <a:ext cx="4777902" cy="2703033"/>
              <a:chOff x="11750" y="-6290"/>
              <a:chExt cx="9125100" cy="5162400"/>
            </a:xfrm>
          </p:grpSpPr>
          <p:cxnSp>
            <p:nvCxnSpPr>
              <p:cNvPr id="53" name="Google Shape;53;p13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" name="Google Shape;54;p13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" name="Google Shape;55;p13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" name="Google Shape;56;p13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" name="Google Shape;57;p13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" name="Google Shape;58;p13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9" name="Google Shape;59;p13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0" name="Google Shape;60;p13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1" name="Google Shape;61;p13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" name="Google Shape;62;p13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3" name="Google Shape;63;p13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4" name="Google Shape;64;p13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5" name="Google Shape;65;p13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6" name="Google Shape;66;p13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7" name="Google Shape;67;p13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8" name="Google Shape;68;p13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9" name="Google Shape;69;p13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0" name="Google Shape;70;p13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1" name="Google Shape;71;p13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2" name="Google Shape;72;p13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3" name="Google Shape;73;p13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4" name="Google Shape;74;p13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75" name="Google Shape;75;p13"/>
            <p:cNvGrpSpPr/>
            <p:nvPr/>
          </p:nvGrpSpPr>
          <p:grpSpPr>
            <a:xfrm>
              <a:off x="11751" y="2440707"/>
              <a:ext cx="4777902" cy="2703033"/>
              <a:chOff x="11750" y="-6290"/>
              <a:chExt cx="9125100" cy="5162400"/>
            </a:xfrm>
          </p:grpSpPr>
          <p:cxnSp>
            <p:nvCxnSpPr>
              <p:cNvPr id="76" name="Google Shape;76;p13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7" name="Google Shape;77;p13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" name="Google Shape;78;p13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" name="Google Shape;79;p13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0" name="Google Shape;80;p13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1" name="Google Shape;81;p13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2" name="Google Shape;82;p13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3" name="Google Shape;83;p13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4" name="Google Shape;84;p13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5" name="Google Shape;85;p13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6" name="Google Shape;86;p13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7" name="Google Shape;87;p13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8" name="Google Shape;88;p13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9" name="Google Shape;89;p13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0" name="Google Shape;90;p13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1" name="Google Shape;91;p13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2" name="Google Shape;92;p13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3" name="Google Shape;93;p13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4" name="Google Shape;94;p13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5" name="Google Shape;95;p13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6" name="Google Shape;96;p13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7" name="Google Shape;97;p13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98" name="Google Shape;98;p13"/>
            <p:cNvGrpSpPr/>
            <p:nvPr/>
          </p:nvGrpSpPr>
          <p:grpSpPr>
            <a:xfrm>
              <a:off x="4424426" y="-6300"/>
              <a:ext cx="4777902" cy="2703033"/>
              <a:chOff x="11750" y="-6290"/>
              <a:chExt cx="9125100" cy="5162400"/>
            </a:xfrm>
          </p:grpSpPr>
          <p:cxnSp>
            <p:nvCxnSpPr>
              <p:cNvPr id="99" name="Google Shape;99;p13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0" name="Google Shape;100;p13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1" name="Google Shape;101;p13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2" name="Google Shape;102;p13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3" name="Google Shape;103;p13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4" name="Google Shape;104;p13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5" name="Google Shape;105;p13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6" name="Google Shape;106;p13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7" name="Google Shape;107;p13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8" name="Google Shape;108;p13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9" name="Google Shape;109;p13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0" name="Google Shape;110;p13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1" name="Google Shape;111;p13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2" name="Google Shape;112;p13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3" name="Google Shape;113;p13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4" name="Google Shape;114;p13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5" name="Google Shape;115;p13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6" name="Google Shape;116;p13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7" name="Google Shape;117;p13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8" name="Google Shape;118;p13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9" name="Google Shape;119;p13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0" name="Google Shape;120;p13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21" name="Google Shape;121;p13"/>
            <p:cNvGrpSpPr/>
            <p:nvPr/>
          </p:nvGrpSpPr>
          <p:grpSpPr>
            <a:xfrm>
              <a:off x="4424426" y="2440707"/>
              <a:ext cx="4777902" cy="2703033"/>
              <a:chOff x="11750" y="-6290"/>
              <a:chExt cx="9125100" cy="5162400"/>
            </a:xfrm>
          </p:grpSpPr>
          <p:cxnSp>
            <p:nvCxnSpPr>
              <p:cNvPr id="122" name="Google Shape;122;p13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3" name="Google Shape;123;p13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4" name="Google Shape;124;p13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5" name="Google Shape;125;p13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6" name="Google Shape;126;p13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7" name="Google Shape;127;p13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8" name="Google Shape;128;p13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9" name="Google Shape;129;p13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0" name="Google Shape;130;p13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1" name="Google Shape;131;p13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2" name="Google Shape;132;p13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3" name="Google Shape;133;p13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4" name="Google Shape;134;p13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5" name="Google Shape;135;p13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6" name="Google Shape;136;p13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7" name="Google Shape;137;p13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8" name="Google Shape;138;p13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9" name="Google Shape;139;p13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0" name="Google Shape;140;p13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1" name="Google Shape;141;p13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2" name="Google Shape;142;p13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3" name="Google Shape;143;p13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144" name="Google Shape;144;p13"/>
          <p:cNvSpPr txBox="1"/>
          <p:nvPr>
            <p:ph type="title"/>
          </p:nvPr>
        </p:nvSpPr>
        <p:spPr>
          <a:xfrm>
            <a:off x="1081850" y="1719900"/>
            <a:ext cx="6984900" cy="169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Anton"/>
              <a:buNone/>
              <a:defRPr sz="6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13"/>
          <p:cNvSpPr txBox="1"/>
          <p:nvPr>
            <p:ph idx="2" type="title"/>
          </p:nvPr>
        </p:nvSpPr>
        <p:spPr>
          <a:xfrm rot="-54379">
            <a:off x="5015453" y="3227438"/>
            <a:ext cx="1517290" cy="301238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Manrope ExtraBold"/>
              <a:buNone/>
              <a:defRPr b="0"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/>
        </p:txBody>
      </p:sp>
      <p:sp>
        <p:nvSpPr>
          <p:cNvPr id="146" name="Google Shape;146;p13"/>
          <p:cNvSpPr txBox="1"/>
          <p:nvPr>
            <p:ph idx="1" type="body"/>
          </p:nvPr>
        </p:nvSpPr>
        <p:spPr>
          <a:xfrm>
            <a:off x="2422100" y="4170725"/>
            <a:ext cx="4304400" cy="43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Manrope Light"/>
              <a:buChar char="●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Font typeface="Manrope Light"/>
              <a:buChar char="○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Font typeface="Manrope Light"/>
              <a:buChar char="■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Font typeface="Manrope Light"/>
              <a:buChar char="●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Font typeface="Manrope Light"/>
              <a:buChar char="○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Font typeface="Manrope Light"/>
              <a:buChar char="■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Font typeface="Manrope Light"/>
              <a:buChar char="●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Font typeface="Manrope Light"/>
              <a:buChar char="○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Font typeface="Manrope Light"/>
              <a:buChar char="■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147" name="Google Shape;147;p13"/>
          <p:cNvSpPr txBox="1"/>
          <p:nvPr>
            <p:ph idx="3" type="title"/>
          </p:nvPr>
        </p:nvSpPr>
        <p:spPr>
          <a:xfrm rot="-555761">
            <a:off x="6594632" y="3130269"/>
            <a:ext cx="1047458" cy="301246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Manrope ExtraBold"/>
              <a:buNone/>
              <a:defRPr b="0"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/>
        </p:txBody>
      </p:sp>
      <p:sp>
        <p:nvSpPr>
          <p:cNvPr id="148" name="Google Shape;148;p13"/>
          <p:cNvSpPr txBox="1"/>
          <p:nvPr>
            <p:ph idx="4" type="subTitle"/>
          </p:nvPr>
        </p:nvSpPr>
        <p:spPr>
          <a:xfrm rot="-503039">
            <a:off x="2206578" y="1204399"/>
            <a:ext cx="2211838" cy="438184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b="1" sz="13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TITLE">
  <p:cSld name="BLANK_1_1_1_1_1_1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oogle Shape;153;p15"/>
          <p:cNvGrpSpPr/>
          <p:nvPr/>
        </p:nvGrpSpPr>
        <p:grpSpPr>
          <a:xfrm>
            <a:off x="-23299" y="-8075"/>
            <a:ext cx="9190577" cy="5150040"/>
            <a:chOff x="11751" y="-6300"/>
            <a:chExt cx="9190577" cy="5150040"/>
          </a:xfrm>
        </p:grpSpPr>
        <p:grpSp>
          <p:nvGrpSpPr>
            <p:cNvPr id="154" name="Google Shape;154;p15"/>
            <p:cNvGrpSpPr/>
            <p:nvPr/>
          </p:nvGrpSpPr>
          <p:grpSpPr>
            <a:xfrm>
              <a:off x="11751" y="-6300"/>
              <a:ext cx="4777902" cy="2703033"/>
              <a:chOff x="11750" y="-6290"/>
              <a:chExt cx="9125100" cy="5162400"/>
            </a:xfrm>
          </p:grpSpPr>
          <p:cxnSp>
            <p:nvCxnSpPr>
              <p:cNvPr id="155" name="Google Shape;155;p15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6" name="Google Shape;156;p15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7" name="Google Shape;157;p15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8" name="Google Shape;158;p15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9" name="Google Shape;159;p15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0" name="Google Shape;160;p15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1" name="Google Shape;161;p15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2" name="Google Shape;162;p15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3" name="Google Shape;163;p15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4" name="Google Shape;164;p15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5" name="Google Shape;165;p15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6" name="Google Shape;166;p15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7" name="Google Shape;167;p15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8" name="Google Shape;168;p15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9" name="Google Shape;169;p15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0" name="Google Shape;170;p15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1" name="Google Shape;171;p15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2" name="Google Shape;172;p15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3" name="Google Shape;173;p15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4" name="Google Shape;174;p15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5" name="Google Shape;175;p15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6" name="Google Shape;176;p15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77" name="Google Shape;177;p15"/>
            <p:cNvGrpSpPr/>
            <p:nvPr/>
          </p:nvGrpSpPr>
          <p:grpSpPr>
            <a:xfrm>
              <a:off x="11751" y="2440707"/>
              <a:ext cx="4777902" cy="2703033"/>
              <a:chOff x="11750" y="-6290"/>
              <a:chExt cx="9125100" cy="5162400"/>
            </a:xfrm>
          </p:grpSpPr>
          <p:cxnSp>
            <p:nvCxnSpPr>
              <p:cNvPr id="178" name="Google Shape;178;p15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9" name="Google Shape;179;p15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80" name="Google Shape;180;p15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81" name="Google Shape;181;p15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82" name="Google Shape;182;p15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83" name="Google Shape;183;p15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84" name="Google Shape;184;p15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85" name="Google Shape;185;p15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86" name="Google Shape;186;p15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87" name="Google Shape;187;p15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88" name="Google Shape;188;p15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89" name="Google Shape;189;p15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90" name="Google Shape;190;p15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91" name="Google Shape;191;p15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92" name="Google Shape;192;p15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93" name="Google Shape;193;p15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94" name="Google Shape;194;p15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95" name="Google Shape;195;p15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96" name="Google Shape;196;p15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97" name="Google Shape;197;p15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98" name="Google Shape;198;p15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99" name="Google Shape;199;p15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200" name="Google Shape;200;p15"/>
            <p:cNvGrpSpPr/>
            <p:nvPr/>
          </p:nvGrpSpPr>
          <p:grpSpPr>
            <a:xfrm>
              <a:off x="4424426" y="-6300"/>
              <a:ext cx="4777902" cy="2703033"/>
              <a:chOff x="11750" y="-6290"/>
              <a:chExt cx="9125100" cy="5162400"/>
            </a:xfrm>
          </p:grpSpPr>
          <p:cxnSp>
            <p:nvCxnSpPr>
              <p:cNvPr id="201" name="Google Shape;201;p15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02" name="Google Shape;202;p15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03" name="Google Shape;203;p15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04" name="Google Shape;204;p15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05" name="Google Shape;205;p15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06" name="Google Shape;206;p15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07" name="Google Shape;207;p15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08" name="Google Shape;208;p15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09" name="Google Shape;209;p15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10" name="Google Shape;210;p15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11" name="Google Shape;211;p15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12" name="Google Shape;212;p15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13" name="Google Shape;213;p15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14" name="Google Shape;214;p15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15" name="Google Shape;215;p15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16" name="Google Shape;216;p15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17" name="Google Shape;217;p15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18" name="Google Shape;218;p15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19" name="Google Shape;219;p15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20" name="Google Shape;220;p15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21" name="Google Shape;221;p15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22" name="Google Shape;222;p15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223" name="Google Shape;223;p15"/>
            <p:cNvGrpSpPr/>
            <p:nvPr/>
          </p:nvGrpSpPr>
          <p:grpSpPr>
            <a:xfrm>
              <a:off x="4424426" y="2440707"/>
              <a:ext cx="4777902" cy="2703033"/>
              <a:chOff x="11750" y="-6290"/>
              <a:chExt cx="9125100" cy="5162400"/>
            </a:xfrm>
          </p:grpSpPr>
          <p:cxnSp>
            <p:nvCxnSpPr>
              <p:cNvPr id="224" name="Google Shape;224;p15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25" name="Google Shape;225;p15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26" name="Google Shape;226;p15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27" name="Google Shape;227;p15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28" name="Google Shape;228;p15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29" name="Google Shape;229;p15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30" name="Google Shape;230;p15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31" name="Google Shape;231;p15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32" name="Google Shape;232;p15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33" name="Google Shape;233;p15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34" name="Google Shape;234;p15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35" name="Google Shape;235;p15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36" name="Google Shape;236;p15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37" name="Google Shape;237;p15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38" name="Google Shape;238;p15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39" name="Google Shape;239;p15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40" name="Google Shape;240;p15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41" name="Google Shape;241;p15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42" name="Google Shape;242;p15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43" name="Google Shape;243;p15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44" name="Google Shape;244;p15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45" name="Google Shape;245;p15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246" name="Google Shape;246;p15"/>
          <p:cNvSpPr txBox="1"/>
          <p:nvPr>
            <p:ph type="title"/>
          </p:nvPr>
        </p:nvSpPr>
        <p:spPr>
          <a:xfrm>
            <a:off x="1081850" y="1719900"/>
            <a:ext cx="6984900" cy="169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Anton"/>
              <a:buNone/>
              <a:defRPr sz="6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" name="Google Shape;247;p15"/>
          <p:cNvSpPr txBox="1"/>
          <p:nvPr>
            <p:ph idx="2" type="title"/>
          </p:nvPr>
        </p:nvSpPr>
        <p:spPr>
          <a:xfrm rot="-54379">
            <a:off x="5015453" y="3227438"/>
            <a:ext cx="1517290" cy="301238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Manrope ExtraBold"/>
              <a:buNone/>
              <a:defRPr b="0"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/>
        </p:txBody>
      </p:sp>
      <p:sp>
        <p:nvSpPr>
          <p:cNvPr id="248" name="Google Shape;248;p15"/>
          <p:cNvSpPr txBox="1"/>
          <p:nvPr>
            <p:ph idx="1" type="body"/>
          </p:nvPr>
        </p:nvSpPr>
        <p:spPr>
          <a:xfrm>
            <a:off x="2422100" y="4170725"/>
            <a:ext cx="4304400" cy="43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Manrope Light"/>
              <a:buChar char="●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○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■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●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○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■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●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○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Manrope Light"/>
              <a:buChar char="■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249" name="Google Shape;249;p15"/>
          <p:cNvSpPr txBox="1"/>
          <p:nvPr>
            <p:ph idx="3" type="title"/>
          </p:nvPr>
        </p:nvSpPr>
        <p:spPr>
          <a:xfrm rot="-555761">
            <a:off x="6594632" y="3130269"/>
            <a:ext cx="1047458" cy="301246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Manrope ExtraBold"/>
              <a:buNone/>
              <a:defRPr b="0"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/>
        </p:txBody>
      </p:sp>
      <p:sp>
        <p:nvSpPr>
          <p:cNvPr id="250" name="Google Shape;250;p15"/>
          <p:cNvSpPr txBox="1"/>
          <p:nvPr>
            <p:ph idx="4" type="subTitle"/>
          </p:nvPr>
        </p:nvSpPr>
        <p:spPr>
          <a:xfrm rot="-503039">
            <a:off x="2206578" y="1204399"/>
            <a:ext cx="2211838" cy="438184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b="1" sz="13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BLANK_1">
    <p:bg>
      <p:bgPr>
        <a:solidFill>
          <a:schemeClr val="lt1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6"/>
          <p:cNvSpPr/>
          <p:nvPr/>
        </p:nvSpPr>
        <p:spPr>
          <a:xfrm>
            <a:off x="0" y="0"/>
            <a:ext cx="9161700" cy="5143500"/>
          </a:xfrm>
          <a:prstGeom prst="snip1Rect">
            <a:avLst>
              <a:gd fmla="val 2416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53" name="Google Shape;253;p16"/>
          <p:cNvSpPr txBox="1"/>
          <p:nvPr>
            <p:ph type="title"/>
          </p:nvPr>
        </p:nvSpPr>
        <p:spPr>
          <a:xfrm>
            <a:off x="460500" y="2025700"/>
            <a:ext cx="4703100" cy="1821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b="0" sz="9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16"/>
          <p:cNvSpPr txBox="1"/>
          <p:nvPr>
            <p:ph idx="1" type="body"/>
          </p:nvPr>
        </p:nvSpPr>
        <p:spPr>
          <a:xfrm>
            <a:off x="460500" y="4085525"/>
            <a:ext cx="3501600" cy="59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255" name="Google Shape;255;p16"/>
          <p:cNvSpPr/>
          <p:nvPr/>
        </p:nvSpPr>
        <p:spPr>
          <a:xfrm>
            <a:off x="7735575" y="-10150"/>
            <a:ext cx="1428750" cy="1320800"/>
          </a:xfrm>
          <a:custGeom>
            <a:rect b="b" l="l" r="r" t="t"/>
            <a:pathLst>
              <a:path extrusionOk="0" h="52832" w="57150">
                <a:moveTo>
                  <a:pt x="4572" y="0"/>
                </a:moveTo>
                <a:lnTo>
                  <a:pt x="0" y="51308"/>
                </a:lnTo>
                <a:lnTo>
                  <a:pt x="57150" y="52832"/>
                </a:lnTo>
                <a:lnTo>
                  <a:pt x="57150" y="47752"/>
                </a:lnTo>
                <a:lnTo>
                  <a:pt x="914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>
  <p:cSld name="BLANK_1_1_1_1_1_1_1_1_1_1_1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7"/>
          <p:cNvSpPr txBox="1"/>
          <p:nvPr>
            <p:ph idx="1" type="body"/>
          </p:nvPr>
        </p:nvSpPr>
        <p:spPr>
          <a:xfrm>
            <a:off x="925650" y="1204025"/>
            <a:ext cx="4028700" cy="36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●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23850" lvl="1" marL="9144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○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23850" lvl="2" marL="13716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■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23850" lvl="3" marL="18288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●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23850" lvl="4" marL="22860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○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23850" lvl="5" marL="27432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■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23850" lvl="6" marL="32004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●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23850" lvl="7" marL="36576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○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23850" lvl="8" marL="41148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■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grpSp>
        <p:nvGrpSpPr>
          <p:cNvPr id="258" name="Google Shape;258;p17"/>
          <p:cNvGrpSpPr/>
          <p:nvPr/>
        </p:nvGrpSpPr>
        <p:grpSpPr>
          <a:xfrm>
            <a:off x="-6750" y="576950"/>
            <a:ext cx="9144146" cy="4114800"/>
            <a:chOff x="-6750" y="576950"/>
            <a:chExt cx="9144146" cy="4114800"/>
          </a:xfrm>
        </p:grpSpPr>
        <p:cxnSp>
          <p:nvCxnSpPr>
            <p:cNvPr id="259" name="Google Shape;259;p17"/>
            <p:cNvCxnSpPr/>
            <p:nvPr/>
          </p:nvCxnSpPr>
          <p:spPr>
            <a:xfrm>
              <a:off x="-6750" y="57695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0" name="Google Shape;260;p17"/>
            <p:cNvCxnSpPr/>
            <p:nvPr/>
          </p:nvCxnSpPr>
          <p:spPr>
            <a:xfrm>
              <a:off x="-4" y="109130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1" name="Google Shape;261;p17"/>
            <p:cNvCxnSpPr/>
            <p:nvPr/>
          </p:nvCxnSpPr>
          <p:spPr>
            <a:xfrm>
              <a:off x="-4" y="160565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2" name="Google Shape;262;p17"/>
            <p:cNvCxnSpPr/>
            <p:nvPr/>
          </p:nvCxnSpPr>
          <p:spPr>
            <a:xfrm>
              <a:off x="-4" y="212000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3" name="Google Shape;263;p17"/>
            <p:cNvCxnSpPr/>
            <p:nvPr/>
          </p:nvCxnSpPr>
          <p:spPr>
            <a:xfrm>
              <a:off x="-4" y="263435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4" name="Google Shape;264;p17"/>
            <p:cNvCxnSpPr/>
            <p:nvPr/>
          </p:nvCxnSpPr>
          <p:spPr>
            <a:xfrm>
              <a:off x="-4" y="314870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5" name="Google Shape;265;p17"/>
            <p:cNvCxnSpPr/>
            <p:nvPr/>
          </p:nvCxnSpPr>
          <p:spPr>
            <a:xfrm>
              <a:off x="-4" y="366305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6" name="Google Shape;266;p17"/>
            <p:cNvCxnSpPr/>
            <p:nvPr/>
          </p:nvCxnSpPr>
          <p:spPr>
            <a:xfrm>
              <a:off x="-4" y="417740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7" name="Google Shape;267;p17"/>
            <p:cNvCxnSpPr/>
            <p:nvPr/>
          </p:nvCxnSpPr>
          <p:spPr>
            <a:xfrm>
              <a:off x="-4" y="469175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268" name="Google Shape;268;p17"/>
          <p:cNvCxnSpPr/>
          <p:nvPr/>
        </p:nvCxnSpPr>
        <p:spPr>
          <a:xfrm>
            <a:off x="7103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9" name="Google Shape;269;p17"/>
          <p:cNvCxnSpPr/>
          <p:nvPr/>
        </p:nvCxnSpPr>
        <p:spPr>
          <a:xfrm>
            <a:off x="664825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0" name="Google Shape;270;p17"/>
          <p:cNvSpPr/>
          <p:nvPr/>
        </p:nvSpPr>
        <p:spPr>
          <a:xfrm>
            <a:off x="245425" y="1542047"/>
            <a:ext cx="132600" cy="1272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71" name="Google Shape;271;p17"/>
          <p:cNvSpPr/>
          <p:nvPr/>
        </p:nvSpPr>
        <p:spPr>
          <a:xfrm>
            <a:off x="245425" y="3599460"/>
            <a:ext cx="132600" cy="1272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72" name="Google Shape;272;p17"/>
          <p:cNvSpPr txBox="1"/>
          <p:nvPr>
            <p:ph type="title"/>
          </p:nvPr>
        </p:nvSpPr>
        <p:spPr>
          <a:xfrm rot="-289081">
            <a:off x="587746" y="495097"/>
            <a:ext cx="2100221" cy="569601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Anton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Quarter's Goals">
  <p:cSld name="CUSTOM_1_1_3_1_1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4" name="Google Shape;274;p18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275" name="Google Shape;275;p18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6" name="Google Shape;276;p18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7" name="Google Shape;277;p18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8" name="Google Shape;278;p18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9" name="Google Shape;279;p18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0" name="Google Shape;280;p18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1" name="Google Shape;281;p18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2" name="Google Shape;282;p18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3" name="Google Shape;283;p18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284" name="Google Shape;284;p18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85" name="Google Shape;285;p18"/>
          <p:cNvGrpSpPr/>
          <p:nvPr/>
        </p:nvGrpSpPr>
        <p:grpSpPr>
          <a:xfrm>
            <a:off x="114421" y="175123"/>
            <a:ext cx="134104" cy="4750255"/>
            <a:chOff x="114421" y="175123"/>
            <a:chExt cx="134104" cy="4750255"/>
          </a:xfrm>
        </p:grpSpPr>
        <p:grpSp>
          <p:nvGrpSpPr>
            <p:cNvPr id="286" name="Google Shape;286;p18"/>
            <p:cNvGrpSpPr/>
            <p:nvPr/>
          </p:nvGrpSpPr>
          <p:grpSpPr>
            <a:xfrm>
              <a:off x="114421" y="175123"/>
              <a:ext cx="134104" cy="4334807"/>
              <a:chOff x="5432271" y="383100"/>
              <a:chExt cx="137854" cy="4456010"/>
            </a:xfrm>
          </p:grpSpPr>
          <p:grpSp>
            <p:nvGrpSpPr>
              <p:cNvPr id="287" name="Google Shape;287;p18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288" name="Google Shape;288;p18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89" name="Google Shape;289;p18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90" name="Google Shape;290;p18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291" name="Google Shape;291;p18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292" name="Google Shape;292;p18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93" name="Google Shape;293;p18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94" name="Google Shape;294;p18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295" name="Google Shape;295;p18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296" name="Google Shape;296;p18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97" name="Google Shape;297;p18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98" name="Google Shape;298;p18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299" name="Google Shape;299;p18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300" name="Google Shape;300;p18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301" name="Google Shape;301;p18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302" name="Google Shape;302;p18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303" name="Google Shape;303;p18"/>
          <p:cNvSpPr txBox="1"/>
          <p:nvPr>
            <p:ph type="title"/>
          </p:nvPr>
        </p:nvSpPr>
        <p:spPr>
          <a:xfrm>
            <a:off x="513300" y="419950"/>
            <a:ext cx="26415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304" name="Google Shape;304;p18"/>
          <p:cNvSpPr txBox="1"/>
          <p:nvPr>
            <p:ph idx="1" type="body"/>
          </p:nvPr>
        </p:nvSpPr>
        <p:spPr>
          <a:xfrm>
            <a:off x="3993050" y="2658175"/>
            <a:ext cx="4312800" cy="101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305" name="Google Shape;305;p18"/>
          <p:cNvSpPr txBox="1"/>
          <p:nvPr>
            <p:ph idx="2" type="body"/>
          </p:nvPr>
        </p:nvSpPr>
        <p:spPr>
          <a:xfrm>
            <a:off x="3993050" y="3668450"/>
            <a:ext cx="4312800" cy="101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306" name="Google Shape;306;p18"/>
          <p:cNvSpPr txBox="1"/>
          <p:nvPr>
            <p:ph idx="3" type="body"/>
          </p:nvPr>
        </p:nvSpPr>
        <p:spPr>
          <a:xfrm>
            <a:off x="3993050" y="1644550"/>
            <a:ext cx="4312800" cy="101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307" name="Google Shape;307;p18"/>
          <p:cNvSpPr txBox="1"/>
          <p:nvPr>
            <p:ph idx="4" type="title"/>
          </p:nvPr>
        </p:nvSpPr>
        <p:spPr>
          <a:xfrm>
            <a:off x="1075800" y="2925625"/>
            <a:ext cx="29172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308" name="Google Shape;308;p18"/>
          <p:cNvSpPr txBox="1"/>
          <p:nvPr>
            <p:ph idx="5" type="title"/>
          </p:nvPr>
        </p:nvSpPr>
        <p:spPr>
          <a:xfrm>
            <a:off x="1075800" y="3935900"/>
            <a:ext cx="29172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309" name="Google Shape;309;p18"/>
          <p:cNvSpPr txBox="1"/>
          <p:nvPr>
            <p:ph idx="6" type="title"/>
          </p:nvPr>
        </p:nvSpPr>
        <p:spPr>
          <a:xfrm>
            <a:off x="1075800" y="1912000"/>
            <a:ext cx="29172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310" name="Google Shape;310;p18"/>
          <p:cNvSpPr txBox="1"/>
          <p:nvPr>
            <p:ph idx="7" type="title"/>
          </p:nvPr>
        </p:nvSpPr>
        <p:spPr>
          <a:xfrm>
            <a:off x="543400" y="1912000"/>
            <a:ext cx="4728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b="0" sz="18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311" name="Google Shape;311;p18"/>
          <p:cNvSpPr txBox="1"/>
          <p:nvPr>
            <p:ph idx="8" type="title"/>
          </p:nvPr>
        </p:nvSpPr>
        <p:spPr>
          <a:xfrm>
            <a:off x="543400" y="2925625"/>
            <a:ext cx="4728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b="0" sz="18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312" name="Google Shape;312;p18"/>
          <p:cNvSpPr txBox="1"/>
          <p:nvPr>
            <p:ph idx="9" type="title"/>
          </p:nvPr>
        </p:nvSpPr>
        <p:spPr>
          <a:xfrm>
            <a:off x="543400" y="3935900"/>
            <a:ext cx="4728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b="0" sz="18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1_1_1_3_1">
    <p:bg>
      <p:bgPr>
        <a:solidFill>
          <a:schemeClr val="lt1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9"/>
          <p:cNvSpPr txBox="1"/>
          <p:nvPr>
            <p:ph type="title"/>
          </p:nvPr>
        </p:nvSpPr>
        <p:spPr>
          <a:xfrm rot="276584">
            <a:off x="5845454" y="1487909"/>
            <a:ext cx="2123971" cy="496007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5" name="Google Shape;315;p19"/>
          <p:cNvSpPr txBox="1"/>
          <p:nvPr>
            <p:ph idx="1" type="body"/>
          </p:nvPr>
        </p:nvSpPr>
        <p:spPr>
          <a:xfrm rot="274997">
            <a:off x="5798057" y="2041282"/>
            <a:ext cx="2121183" cy="603735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16" name="Google Shape;316;p19"/>
          <p:cNvSpPr txBox="1"/>
          <p:nvPr>
            <p:ph idx="2" type="title"/>
          </p:nvPr>
        </p:nvSpPr>
        <p:spPr>
          <a:xfrm rot="-689737">
            <a:off x="3250012" y="1354783"/>
            <a:ext cx="2124008" cy="49592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7" name="Google Shape;317;p19"/>
          <p:cNvSpPr txBox="1"/>
          <p:nvPr>
            <p:ph idx="3" type="body"/>
          </p:nvPr>
        </p:nvSpPr>
        <p:spPr>
          <a:xfrm rot="-691086">
            <a:off x="3372841" y="1897943"/>
            <a:ext cx="2121422" cy="603767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18" name="Google Shape;318;p19"/>
          <p:cNvSpPr txBox="1"/>
          <p:nvPr>
            <p:ph idx="4" type="title"/>
          </p:nvPr>
        </p:nvSpPr>
        <p:spPr>
          <a:xfrm>
            <a:off x="508875" y="1801500"/>
            <a:ext cx="2645400" cy="16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400"/>
              <a:buNone/>
              <a:defRPr b="0" sz="6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19" name="Google Shape;319;p19"/>
          <p:cNvSpPr/>
          <p:nvPr/>
        </p:nvSpPr>
        <p:spPr>
          <a:xfrm>
            <a:off x="8352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20" name="Google Shape;320;p19"/>
          <p:cNvSpPr/>
          <p:nvPr/>
        </p:nvSpPr>
        <p:spPr>
          <a:xfrm>
            <a:off x="32736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21" name="Google Shape;321;p19"/>
          <p:cNvSpPr/>
          <p:nvPr/>
        </p:nvSpPr>
        <p:spPr>
          <a:xfrm>
            <a:off x="57120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22" name="Google Shape;322;p19"/>
          <p:cNvSpPr/>
          <p:nvPr/>
        </p:nvSpPr>
        <p:spPr>
          <a:xfrm>
            <a:off x="81504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323" name="Google Shape;323;p19"/>
          <p:cNvCxnSpPr/>
          <p:nvPr/>
        </p:nvCxnSpPr>
        <p:spPr>
          <a:xfrm>
            <a:off x="0" y="4571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4" name="Google Shape;324;p19"/>
          <p:cNvCxnSpPr/>
          <p:nvPr/>
        </p:nvCxnSpPr>
        <p:spPr>
          <a:xfrm>
            <a:off x="0" y="5247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5" name="Google Shape;325;p19"/>
          <p:cNvSpPr txBox="1"/>
          <p:nvPr>
            <p:ph idx="5" type="title"/>
          </p:nvPr>
        </p:nvSpPr>
        <p:spPr>
          <a:xfrm rot="486">
            <a:off x="4078754" y="2803718"/>
            <a:ext cx="2124000" cy="4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6" name="Google Shape;326;p19"/>
          <p:cNvSpPr txBox="1"/>
          <p:nvPr>
            <p:ph idx="6" type="body"/>
          </p:nvPr>
        </p:nvSpPr>
        <p:spPr>
          <a:xfrm rot="-972">
            <a:off x="4080134" y="3359087"/>
            <a:ext cx="2121300" cy="603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">
  <p:cSld name="CUSTOM_1_1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8" name="Google Shape;328;p20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329" name="Google Shape;329;p20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0" name="Google Shape;330;p20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1" name="Google Shape;331;p20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2" name="Google Shape;332;p20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3" name="Google Shape;333;p20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4" name="Google Shape;334;p20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5" name="Google Shape;335;p20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6" name="Google Shape;336;p20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7" name="Google Shape;337;p20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338" name="Google Shape;338;p20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39" name="Google Shape;339;p20"/>
          <p:cNvGrpSpPr/>
          <p:nvPr/>
        </p:nvGrpSpPr>
        <p:grpSpPr>
          <a:xfrm>
            <a:off x="114406" y="175123"/>
            <a:ext cx="134104" cy="4750255"/>
            <a:chOff x="114406" y="175123"/>
            <a:chExt cx="134104" cy="4750255"/>
          </a:xfrm>
        </p:grpSpPr>
        <p:grpSp>
          <p:nvGrpSpPr>
            <p:cNvPr id="340" name="Google Shape;340;p20"/>
            <p:cNvGrpSpPr/>
            <p:nvPr/>
          </p:nvGrpSpPr>
          <p:grpSpPr>
            <a:xfrm>
              <a:off x="114406" y="175123"/>
              <a:ext cx="134104" cy="4334807"/>
              <a:chOff x="5432271" y="383100"/>
              <a:chExt cx="137854" cy="4456010"/>
            </a:xfrm>
          </p:grpSpPr>
          <p:grpSp>
            <p:nvGrpSpPr>
              <p:cNvPr id="341" name="Google Shape;341;p20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342" name="Google Shape;342;p20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343" name="Google Shape;343;p20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344" name="Google Shape;344;p20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345" name="Google Shape;345;p20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346" name="Google Shape;346;p20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347" name="Google Shape;347;p20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348" name="Google Shape;348;p20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349" name="Google Shape;349;p20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350" name="Google Shape;350;p20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351" name="Google Shape;351;p20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352" name="Google Shape;352;p20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353" name="Google Shape;353;p20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354" name="Google Shape;354;p20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355" name="Google Shape;355;p20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356" name="Google Shape;356;p20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357" name="Google Shape;357;p20"/>
          <p:cNvSpPr txBox="1"/>
          <p:nvPr>
            <p:ph type="title"/>
          </p:nvPr>
        </p:nvSpPr>
        <p:spPr>
          <a:xfrm>
            <a:off x="871325" y="720750"/>
            <a:ext cx="2300400" cy="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358" name="Google Shape;358;p20"/>
          <p:cNvSpPr txBox="1"/>
          <p:nvPr>
            <p:ph idx="2" type="title"/>
          </p:nvPr>
        </p:nvSpPr>
        <p:spPr>
          <a:xfrm>
            <a:off x="3587619" y="720750"/>
            <a:ext cx="2300400" cy="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359" name="Google Shape;359;p20"/>
          <p:cNvSpPr txBox="1"/>
          <p:nvPr>
            <p:ph idx="3" type="title"/>
          </p:nvPr>
        </p:nvSpPr>
        <p:spPr>
          <a:xfrm>
            <a:off x="6179075" y="720750"/>
            <a:ext cx="2300400" cy="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360" name="Google Shape;360;p20"/>
          <p:cNvSpPr/>
          <p:nvPr>
            <p:ph idx="4" type="pic"/>
          </p:nvPr>
        </p:nvSpPr>
        <p:spPr>
          <a:xfrm>
            <a:off x="895300" y="1487250"/>
            <a:ext cx="2264100" cy="2729700"/>
          </a:xfrm>
          <a:prstGeom prst="rect">
            <a:avLst/>
          </a:prstGeom>
          <a:noFill/>
          <a:ln>
            <a:noFill/>
          </a:ln>
        </p:spPr>
      </p:sp>
      <p:sp>
        <p:nvSpPr>
          <p:cNvPr id="361" name="Google Shape;361;p20"/>
          <p:cNvSpPr/>
          <p:nvPr>
            <p:ph idx="5" type="pic"/>
          </p:nvPr>
        </p:nvSpPr>
        <p:spPr>
          <a:xfrm>
            <a:off x="3605775" y="1487250"/>
            <a:ext cx="2264100" cy="2729700"/>
          </a:xfrm>
          <a:prstGeom prst="rect">
            <a:avLst/>
          </a:prstGeom>
          <a:noFill/>
          <a:ln>
            <a:noFill/>
          </a:ln>
        </p:spPr>
      </p:sp>
      <p:sp>
        <p:nvSpPr>
          <p:cNvPr id="362" name="Google Shape;362;p20"/>
          <p:cNvSpPr/>
          <p:nvPr>
            <p:ph idx="6" type="pic"/>
          </p:nvPr>
        </p:nvSpPr>
        <p:spPr>
          <a:xfrm>
            <a:off x="6197225" y="1487250"/>
            <a:ext cx="2264100" cy="2729700"/>
          </a:xfrm>
          <a:prstGeom prst="rect">
            <a:avLst/>
          </a:prstGeom>
          <a:noFill/>
          <a:ln>
            <a:noFill/>
          </a:ln>
        </p:spPr>
      </p:sp>
      <p:sp>
        <p:nvSpPr>
          <p:cNvPr id="363" name="Google Shape;363;p20"/>
          <p:cNvSpPr txBox="1"/>
          <p:nvPr>
            <p:ph idx="1" type="subTitle"/>
          </p:nvPr>
        </p:nvSpPr>
        <p:spPr>
          <a:xfrm>
            <a:off x="1187675" y="4299825"/>
            <a:ext cx="1667700" cy="22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4" name="Google Shape;364;p20"/>
          <p:cNvSpPr txBox="1"/>
          <p:nvPr>
            <p:ph idx="7" type="subTitle"/>
          </p:nvPr>
        </p:nvSpPr>
        <p:spPr>
          <a:xfrm rot="-214117">
            <a:off x="3902250" y="4346193"/>
            <a:ext cx="1667634" cy="22634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5" name="Google Shape;365;p20"/>
          <p:cNvSpPr txBox="1"/>
          <p:nvPr>
            <p:ph idx="8" type="subTitle"/>
          </p:nvPr>
        </p:nvSpPr>
        <p:spPr>
          <a:xfrm rot="215969">
            <a:off x="6495540" y="4324572"/>
            <a:ext cx="1667690" cy="22634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, body and image">
  <p:cSld name="BLANK_1_1_1_1_1_1_1_1_1_1_1_1">
    <p:bg>
      <p:bgPr>
        <a:solidFill>
          <a:schemeClr val="lt1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1"/>
          <p:cNvSpPr/>
          <p:nvPr/>
        </p:nvSpPr>
        <p:spPr>
          <a:xfrm rot="-300782">
            <a:off x="5105280" y="419634"/>
            <a:ext cx="3577384" cy="43082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68" name="Google Shape;368;p21"/>
          <p:cNvSpPr/>
          <p:nvPr>
            <p:ph idx="2" type="pic"/>
          </p:nvPr>
        </p:nvSpPr>
        <p:spPr>
          <a:xfrm>
            <a:off x="2050" y="2050"/>
            <a:ext cx="4778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9" name="Google Shape;369;p21"/>
          <p:cNvSpPr/>
          <p:nvPr/>
        </p:nvSpPr>
        <p:spPr>
          <a:xfrm rot="134178">
            <a:off x="5002593" y="293901"/>
            <a:ext cx="3782581" cy="45556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70" name="Google Shape;370;p21"/>
          <p:cNvSpPr txBox="1"/>
          <p:nvPr>
            <p:ph type="title"/>
          </p:nvPr>
        </p:nvSpPr>
        <p:spPr>
          <a:xfrm rot="124275">
            <a:off x="5368207" y="536624"/>
            <a:ext cx="3037985" cy="614501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371" name="Google Shape;371;p21"/>
          <p:cNvSpPr txBox="1"/>
          <p:nvPr>
            <p:ph idx="1" type="body"/>
          </p:nvPr>
        </p:nvSpPr>
        <p:spPr>
          <a:xfrm rot="119438">
            <a:off x="5194650" y="1261934"/>
            <a:ext cx="3281881" cy="2287382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372" name="Google Shape;372;p21"/>
          <p:cNvSpPr txBox="1"/>
          <p:nvPr>
            <p:ph idx="3" type="body"/>
          </p:nvPr>
        </p:nvSpPr>
        <p:spPr>
          <a:xfrm rot="131721">
            <a:off x="5123776" y="3854495"/>
            <a:ext cx="3281408" cy="616356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04800" lvl="1" marL="914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04800" lvl="2" marL="1371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04800" lvl="3" marL="1828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04800" lvl="4" marL="22860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04800" lvl="5" marL="27432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04800" lvl="6" marL="3200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04800" lvl="7" marL="3657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04800" lvl="8" marL="4114800" algn="ctr">
              <a:spcBef>
                <a:spcPts val="800"/>
              </a:spcBef>
              <a:spcAft>
                <a:spcPts val="80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2">
  <p:cSld name="BLANK_1_1_1_1_1_1_1_1_1_1_1_1_2_1">
    <p:bg>
      <p:bgPr>
        <a:solidFill>
          <a:schemeClr val="lt1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2"/>
          <p:cNvSpPr/>
          <p:nvPr/>
        </p:nvSpPr>
        <p:spPr>
          <a:xfrm rot="482751">
            <a:off x="407815" y="419618"/>
            <a:ext cx="3577314" cy="430840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75" name="Google Shape;375;p22"/>
          <p:cNvSpPr/>
          <p:nvPr>
            <p:ph idx="2" type="pic"/>
          </p:nvPr>
        </p:nvSpPr>
        <p:spPr>
          <a:xfrm>
            <a:off x="4372975" y="2050"/>
            <a:ext cx="4778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76" name="Google Shape;376;p22"/>
          <p:cNvSpPr/>
          <p:nvPr/>
        </p:nvSpPr>
        <p:spPr>
          <a:xfrm rot="-98716">
            <a:off x="327421" y="293858"/>
            <a:ext cx="3782459" cy="455587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77" name="Google Shape;377;p22"/>
          <p:cNvSpPr txBox="1"/>
          <p:nvPr>
            <p:ph type="title"/>
          </p:nvPr>
        </p:nvSpPr>
        <p:spPr>
          <a:xfrm rot="-108624">
            <a:off x="673475" y="530154"/>
            <a:ext cx="3038717" cy="61381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378" name="Google Shape;378;p22"/>
          <p:cNvSpPr txBox="1"/>
          <p:nvPr>
            <p:ph idx="1" type="body"/>
          </p:nvPr>
        </p:nvSpPr>
        <p:spPr>
          <a:xfrm flipH="1" rot="-131721">
            <a:off x="577990" y="3865770"/>
            <a:ext cx="3281408" cy="616356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04800" lvl="1" marL="914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04800" lvl="2" marL="1371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04800" lvl="3" marL="1828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04800" lvl="4" marL="22860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04800" lvl="5" marL="27432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04800" lvl="6" marL="3200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04800" lvl="7" marL="3657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04800" lvl="8" marL="4114800" algn="ctr">
              <a:spcBef>
                <a:spcPts val="800"/>
              </a:spcBef>
              <a:spcAft>
                <a:spcPts val="80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3">
  <p:cSld name="BLANK_1_1_1_1_1_1_1_1_1_1_1_1_2">
    <p:bg>
      <p:bgPr>
        <a:solidFill>
          <a:schemeClr val="lt1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3"/>
          <p:cNvSpPr/>
          <p:nvPr/>
        </p:nvSpPr>
        <p:spPr>
          <a:xfrm rot="-300782">
            <a:off x="5105280" y="419634"/>
            <a:ext cx="3577384" cy="43082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81" name="Google Shape;381;p23"/>
          <p:cNvSpPr/>
          <p:nvPr>
            <p:ph idx="2" type="pic"/>
          </p:nvPr>
        </p:nvSpPr>
        <p:spPr>
          <a:xfrm>
            <a:off x="2050" y="2050"/>
            <a:ext cx="4778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82" name="Google Shape;382;p23"/>
          <p:cNvSpPr/>
          <p:nvPr/>
        </p:nvSpPr>
        <p:spPr>
          <a:xfrm rot="134178">
            <a:off x="5002660" y="293903"/>
            <a:ext cx="3782581" cy="4555675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83" name="Google Shape;383;p23"/>
          <p:cNvSpPr txBox="1"/>
          <p:nvPr>
            <p:ph idx="1" type="body"/>
          </p:nvPr>
        </p:nvSpPr>
        <p:spPr>
          <a:xfrm rot="119438">
            <a:off x="5194650" y="1261934"/>
            <a:ext cx="3281881" cy="2287382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384" name="Google Shape;384;p23"/>
          <p:cNvSpPr txBox="1"/>
          <p:nvPr>
            <p:ph type="title"/>
          </p:nvPr>
        </p:nvSpPr>
        <p:spPr>
          <a:xfrm rot="124275">
            <a:off x="5368207" y="536624"/>
            <a:ext cx="3037985" cy="614501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385" name="Google Shape;385;p23"/>
          <p:cNvSpPr txBox="1"/>
          <p:nvPr>
            <p:ph idx="3" type="body"/>
          </p:nvPr>
        </p:nvSpPr>
        <p:spPr>
          <a:xfrm rot="131721">
            <a:off x="5123776" y="3854495"/>
            <a:ext cx="3281408" cy="616356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04800" lvl="1" marL="914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04800" lvl="2" marL="1371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04800" lvl="3" marL="1828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04800" lvl="4" marL="22860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04800" lvl="5" marL="27432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04800" lvl="6" marL="3200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04800" lvl="7" marL="3657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04800" lvl="8" marL="4114800" algn="ctr">
              <a:spcBef>
                <a:spcPts val="800"/>
              </a:spcBef>
              <a:spcAft>
                <a:spcPts val="80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Subtitle">
  <p:cSld name="CUSTOM_1_1_3_1"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7" name="Google Shape;387;p24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388" name="Google Shape;388;p24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9" name="Google Shape;389;p24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0" name="Google Shape;390;p24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1" name="Google Shape;391;p24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2" name="Google Shape;392;p24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3" name="Google Shape;393;p24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4" name="Google Shape;394;p24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5" name="Google Shape;395;p24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6" name="Google Shape;396;p24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397" name="Google Shape;397;p24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98" name="Google Shape;398;p24"/>
          <p:cNvGrpSpPr/>
          <p:nvPr/>
        </p:nvGrpSpPr>
        <p:grpSpPr>
          <a:xfrm>
            <a:off x="114406" y="175123"/>
            <a:ext cx="134104" cy="4750255"/>
            <a:chOff x="114406" y="175123"/>
            <a:chExt cx="134104" cy="4750255"/>
          </a:xfrm>
        </p:grpSpPr>
        <p:grpSp>
          <p:nvGrpSpPr>
            <p:cNvPr id="399" name="Google Shape;399;p24"/>
            <p:cNvGrpSpPr/>
            <p:nvPr/>
          </p:nvGrpSpPr>
          <p:grpSpPr>
            <a:xfrm>
              <a:off x="114406" y="175123"/>
              <a:ext cx="134104" cy="4334807"/>
              <a:chOff x="5432271" y="383100"/>
              <a:chExt cx="137854" cy="4456010"/>
            </a:xfrm>
          </p:grpSpPr>
          <p:grpSp>
            <p:nvGrpSpPr>
              <p:cNvPr id="400" name="Google Shape;400;p24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401" name="Google Shape;401;p24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02" name="Google Shape;402;p24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03" name="Google Shape;403;p24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04" name="Google Shape;404;p24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405" name="Google Shape;405;p24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06" name="Google Shape;406;p24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07" name="Google Shape;407;p24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08" name="Google Shape;408;p24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409" name="Google Shape;409;p24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10" name="Google Shape;410;p24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11" name="Google Shape;411;p24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12" name="Google Shape;412;p24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413" name="Google Shape;413;p24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14" name="Google Shape;414;p24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415" name="Google Shape;415;p24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416" name="Google Shape;416;p24"/>
          <p:cNvSpPr txBox="1"/>
          <p:nvPr>
            <p:ph idx="1" type="subTitle"/>
          </p:nvPr>
        </p:nvSpPr>
        <p:spPr>
          <a:xfrm>
            <a:off x="3063300" y="413950"/>
            <a:ext cx="2445000" cy="91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7" name="Google Shape;417;p24"/>
          <p:cNvSpPr txBox="1"/>
          <p:nvPr>
            <p:ph type="title"/>
          </p:nvPr>
        </p:nvSpPr>
        <p:spPr>
          <a:xfrm>
            <a:off x="513300" y="419950"/>
            <a:ext cx="26415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BLANK_1_1_1_1_1_1_1_1_1_1_1_1_1_1_1">
    <p:bg>
      <p:bgPr>
        <a:solidFill>
          <a:schemeClr val="lt1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5"/>
          <p:cNvSpPr txBox="1"/>
          <p:nvPr>
            <p:ph idx="1" type="body"/>
          </p:nvPr>
        </p:nvSpPr>
        <p:spPr>
          <a:xfrm rot="-188853">
            <a:off x="683183" y="2219155"/>
            <a:ext cx="1890452" cy="148634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grpSp>
        <p:nvGrpSpPr>
          <p:cNvPr id="420" name="Google Shape;420;p25"/>
          <p:cNvGrpSpPr/>
          <p:nvPr/>
        </p:nvGrpSpPr>
        <p:grpSpPr>
          <a:xfrm>
            <a:off x="8663938" y="3954675"/>
            <a:ext cx="502925" cy="1209925"/>
            <a:chOff x="8642600" y="3954675"/>
            <a:chExt cx="502925" cy="1209925"/>
          </a:xfrm>
        </p:grpSpPr>
        <p:sp>
          <p:nvSpPr>
            <p:cNvPr id="421" name="Google Shape;421;p25"/>
            <p:cNvSpPr/>
            <p:nvPr/>
          </p:nvSpPr>
          <p:spPr>
            <a:xfrm>
              <a:off x="8642600" y="3954675"/>
              <a:ext cx="502925" cy="1196325"/>
            </a:xfrm>
            <a:custGeom>
              <a:rect b="b" l="l" r="r" t="t"/>
              <a:pathLst>
                <a:path extrusionOk="0" h="47853" w="20117">
                  <a:moveTo>
                    <a:pt x="20117" y="0"/>
                  </a:moveTo>
                  <a:lnTo>
                    <a:pt x="20117" y="47853"/>
                  </a:lnTo>
                  <a:lnTo>
                    <a:pt x="0" y="4785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cxnSp>
          <p:nvCxnSpPr>
            <p:cNvPr id="422" name="Google Shape;422;p25"/>
            <p:cNvCxnSpPr/>
            <p:nvPr/>
          </p:nvCxnSpPr>
          <p:spPr>
            <a:xfrm flipH="1">
              <a:off x="8779700" y="4349200"/>
              <a:ext cx="358200" cy="8154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423" name="Google Shape;423;p25"/>
          <p:cNvSpPr txBox="1"/>
          <p:nvPr>
            <p:ph idx="2" type="body"/>
          </p:nvPr>
        </p:nvSpPr>
        <p:spPr>
          <a:xfrm rot="124964">
            <a:off x="5014631" y="765881"/>
            <a:ext cx="1890349" cy="148628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424" name="Google Shape;424;p25"/>
          <p:cNvSpPr txBox="1"/>
          <p:nvPr>
            <p:ph idx="3" type="body"/>
          </p:nvPr>
        </p:nvSpPr>
        <p:spPr>
          <a:xfrm rot="351430">
            <a:off x="3021711" y="3296608"/>
            <a:ext cx="1890268" cy="1486173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425" name="Google Shape;425;p25"/>
          <p:cNvSpPr txBox="1"/>
          <p:nvPr>
            <p:ph idx="4" type="body"/>
          </p:nvPr>
        </p:nvSpPr>
        <p:spPr>
          <a:xfrm rot="3819">
            <a:off x="6728901" y="3168092"/>
            <a:ext cx="1890601" cy="148590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426" name="Google Shape;426;p25"/>
          <p:cNvSpPr txBox="1"/>
          <p:nvPr>
            <p:ph type="title"/>
          </p:nvPr>
        </p:nvSpPr>
        <p:spPr>
          <a:xfrm>
            <a:off x="513300" y="375350"/>
            <a:ext cx="2796300" cy="65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427" name="Google Shape;427;p25"/>
          <p:cNvSpPr txBox="1"/>
          <p:nvPr>
            <p:ph idx="5" type="subTitle"/>
          </p:nvPr>
        </p:nvSpPr>
        <p:spPr>
          <a:xfrm rot="-226014">
            <a:off x="619152" y="1527866"/>
            <a:ext cx="1890484" cy="547784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428" name="Google Shape;428;p25"/>
          <p:cNvSpPr txBox="1"/>
          <p:nvPr>
            <p:ph idx="6" type="subTitle"/>
          </p:nvPr>
        </p:nvSpPr>
        <p:spPr>
          <a:xfrm rot="126162">
            <a:off x="5024491" y="108292"/>
            <a:ext cx="1970527" cy="54966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429" name="Google Shape;429;p25"/>
          <p:cNvSpPr txBox="1"/>
          <p:nvPr>
            <p:ph idx="7" type="subTitle"/>
          </p:nvPr>
        </p:nvSpPr>
        <p:spPr>
          <a:xfrm rot="348762">
            <a:off x="3115150" y="2659506"/>
            <a:ext cx="1943191" cy="546097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430" name="Google Shape;430;p25"/>
          <p:cNvSpPr txBox="1"/>
          <p:nvPr>
            <p:ph idx="8" type="subTitle"/>
          </p:nvPr>
        </p:nvSpPr>
        <p:spPr>
          <a:xfrm rot="-59757">
            <a:off x="6687978" y="2476634"/>
            <a:ext cx="1915789" cy="549684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2">
  <p:cSld name="BLANK_1_1_1_1_1_1_1_1">
    <p:bg>
      <p:bgPr>
        <a:solidFill>
          <a:schemeClr val="lt1"/>
        </a:solidFill>
      </p:bgPr>
    </p:bg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6"/>
          <p:cNvSpPr txBox="1"/>
          <p:nvPr>
            <p:ph type="title"/>
          </p:nvPr>
        </p:nvSpPr>
        <p:spPr>
          <a:xfrm>
            <a:off x="508875" y="874875"/>
            <a:ext cx="30033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33" name="Google Shape;433;p26"/>
          <p:cNvSpPr txBox="1"/>
          <p:nvPr/>
        </p:nvSpPr>
        <p:spPr>
          <a:xfrm>
            <a:off x="5712000" y="3474850"/>
            <a:ext cx="7329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lang="en" sz="72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“</a:t>
            </a:r>
            <a:endParaRPr i="1" sz="7200">
              <a:solidFill>
                <a:schemeClr val="lt1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434" name="Google Shape;434;p26"/>
          <p:cNvSpPr txBox="1"/>
          <p:nvPr>
            <p:ph idx="1" type="body"/>
          </p:nvPr>
        </p:nvSpPr>
        <p:spPr>
          <a:xfrm>
            <a:off x="508875" y="1539275"/>
            <a:ext cx="3488400" cy="11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indent="-228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indent="-228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indent="-228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indent="-228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indent="-228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indent="-228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indent="-228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indent="-228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35" name="Google Shape;435;p26"/>
          <p:cNvSpPr txBox="1"/>
          <p:nvPr>
            <p:ph idx="2" type="title"/>
          </p:nvPr>
        </p:nvSpPr>
        <p:spPr>
          <a:xfrm rot="-173518">
            <a:off x="5146753" y="4343806"/>
            <a:ext cx="1974114" cy="245408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0"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436" name="Google Shape;436;p26"/>
          <p:cNvSpPr/>
          <p:nvPr/>
        </p:nvSpPr>
        <p:spPr>
          <a:xfrm>
            <a:off x="8352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37" name="Google Shape;437;p26"/>
          <p:cNvSpPr/>
          <p:nvPr/>
        </p:nvSpPr>
        <p:spPr>
          <a:xfrm>
            <a:off x="32736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38" name="Google Shape;438;p26"/>
          <p:cNvSpPr/>
          <p:nvPr/>
        </p:nvSpPr>
        <p:spPr>
          <a:xfrm>
            <a:off x="57120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39" name="Google Shape;439;p26"/>
          <p:cNvSpPr/>
          <p:nvPr/>
        </p:nvSpPr>
        <p:spPr>
          <a:xfrm>
            <a:off x="81504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440" name="Google Shape;440;p26"/>
          <p:cNvCxnSpPr/>
          <p:nvPr/>
        </p:nvCxnSpPr>
        <p:spPr>
          <a:xfrm>
            <a:off x="0" y="4571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1" name="Google Shape;441;p26"/>
          <p:cNvCxnSpPr/>
          <p:nvPr/>
        </p:nvCxnSpPr>
        <p:spPr>
          <a:xfrm>
            <a:off x="0" y="5247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2" name="Google Shape;442;p26"/>
          <p:cNvSpPr txBox="1"/>
          <p:nvPr>
            <p:ph idx="3" type="title"/>
          </p:nvPr>
        </p:nvSpPr>
        <p:spPr>
          <a:xfrm rot="-130161">
            <a:off x="5805931" y="3651002"/>
            <a:ext cx="2662908" cy="73313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25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1">
  <p:cSld name="BLANK_1_1_1_1_1_1_1_1_2"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4" name="Google Shape;444;p27"/>
          <p:cNvGrpSpPr/>
          <p:nvPr/>
        </p:nvGrpSpPr>
        <p:grpSpPr>
          <a:xfrm>
            <a:off x="0" y="-6300"/>
            <a:ext cx="9143705" cy="5150040"/>
            <a:chOff x="11751" y="-6300"/>
            <a:chExt cx="9190577" cy="5150040"/>
          </a:xfrm>
        </p:grpSpPr>
        <p:grpSp>
          <p:nvGrpSpPr>
            <p:cNvPr id="445" name="Google Shape;445;p27"/>
            <p:cNvGrpSpPr/>
            <p:nvPr/>
          </p:nvGrpSpPr>
          <p:grpSpPr>
            <a:xfrm>
              <a:off x="11751" y="-6300"/>
              <a:ext cx="4777902" cy="2703033"/>
              <a:chOff x="11750" y="-6290"/>
              <a:chExt cx="9125100" cy="5162400"/>
            </a:xfrm>
          </p:grpSpPr>
          <p:cxnSp>
            <p:nvCxnSpPr>
              <p:cNvPr id="446" name="Google Shape;446;p27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47" name="Google Shape;447;p27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48" name="Google Shape;448;p27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49" name="Google Shape;449;p27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50" name="Google Shape;450;p27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51" name="Google Shape;451;p27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52" name="Google Shape;452;p27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53" name="Google Shape;453;p27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54" name="Google Shape;454;p27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55" name="Google Shape;455;p27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56" name="Google Shape;456;p27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57" name="Google Shape;457;p27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58" name="Google Shape;458;p27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59" name="Google Shape;459;p27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60" name="Google Shape;460;p27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61" name="Google Shape;461;p27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62" name="Google Shape;462;p27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63" name="Google Shape;463;p27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64" name="Google Shape;464;p27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65" name="Google Shape;465;p27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66" name="Google Shape;466;p27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67" name="Google Shape;467;p27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468" name="Google Shape;468;p27"/>
            <p:cNvGrpSpPr/>
            <p:nvPr/>
          </p:nvGrpSpPr>
          <p:grpSpPr>
            <a:xfrm>
              <a:off x="11751" y="2440707"/>
              <a:ext cx="4777902" cy="2703033"/>
              <a:chOff x="11750" y="-6290"/>
              <a:chExt cx="9125100" cy="5162400"/>
            </a:xfrm>
          </p:grpSpPr>
          <p:cxnSp>
            <p:nvCxnSpPr>
              <p:cNvPr id="469" name="Google Shape;469;p27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70" name="Google Shape;470;p27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71" name="Google Shape;471;p27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72" name="Google Shape;472;p27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73" name="Google Shape;473;p27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74" name="Google Shape;474;p27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75" name="Google Shape;475;p27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76" name="Google Shape;476;p27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77" name="Google Shape;477;p27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78" name="Google Shape;478;p27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79" name="Google Shape;479;p27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80" name="Google Shape;480;p27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81" name="Google Shape;481;p27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82" name="Google Shape;482;p27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83" name="Google Shape;483;p27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84" name="Google Shape;484;p27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85" name="Google Shape;485;p27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86" name="Google Shape;486;p27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87" name="Google Shape;487;p27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88" name="Google Shape;488;p27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89" name="Google Shape;489;p27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90" name="Google Shape;490;p27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491" name="Google Shape;491;p27"/>
            <p:cNvGrpSpPr/>
            <p:nvPr/>
          </p:nvGrpSpPr>
          <p:grpSpPr>
            <a:xfrm>
              <a:off x="4424426" y="-6300"/>
              <a:ext cx="4777902" cy="2703033"/>
              <a:chOff x="11750" y="-6290"/>
              <a:chExt cx="9125100" cy="5162400"/>
            </a:xfrm>
          </p:grpSpPr>
          <p:cxnSp>
            <p:nvCxnSpPr>
              <p:cNvPr id="492" name="Google Shape;492;p27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93" name="Google Shape;493;p27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94" name="Google Shape;494;p27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95" name="Google Shape;495;p27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96" name="Google Shape;496;p27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97" name="Google Shape;497;p27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98" name="Google Shape;498;p27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99" name="Google Shape;499;p27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0" name="Google Shape;500;p27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1" name="Google Shape;501;p27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2" name="Google Shape;502;p27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3" name="Google Shape;503;p27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4" name="Google Shape;504;p27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5" name="Google Shape;505;p27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6" name="Google Shape;506;p27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7" name="Google Shape;507;p27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8" name="Google Shape;508;p27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9" name="Google Shape;509;p27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0" name="Google Shape;510;p27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1" name="Google Shape;511;p27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2" name="Google Shape;512;p27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3" name="Google Shape;513;p27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514" name="Google Shape;514;p27"/>
            <p:cNvGrpSpPr/>
            <p:nvPr/>
          </p:nvGrpSpPr>
          <p:grpSpPr>
            <a:xfrm>
              <a:off x="4424426" y="2440707"/>
              <a:ext cx="4777902" cy="2703033"/>
              <a:chOff x="11750" y="-6290"/>
              <a:chExt cx="9125100" cy="5162400"/>
            </a:xfrm>
          </p:grpSpPr>
          <p:cxnSp>
            <p:nvCxnSpPr>
              <p:cNvPr id="515" name="Google Shape;515;p27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6" name="Google Shape;516;p27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7" name="Google Shape;517;p27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8" name="Google Shape;518;p27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9" name="Google Shape;519;p27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0" name="Google Shape;520;p27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1" name="Google Shape;521;p27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2" name="Google Shape;522;p27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3" name="Google Shape;523;p27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4" name="Google Shape;524;p27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5" name="Google Shape;525;p27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6" name="Google Shape;526;p27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7" name="Google Shape;527;p27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8" name="Google Shape;528;p27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9" name="Google Shape;529;p27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0" name="Google Shape;530;p27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1" name="Google Shape;531;p27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2" name="Google Shape;532;p27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3" name="Google Shape;533;p27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4" name="Google Shape;534;p27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5" name="Google Shape;535;p27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6" name="Google Shape;536;p27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537" name="Google Shape;537;p27"/>
          <p:cNvSpPr txBox="1"/>
          <p:nvPr>
            <p:ph type="title"/>
          </p:nvPr>
        </p:nvSpPr>
        <p:spPr>
          <a:xfrm>
            <a:off x="508875" y="874875"/>
            <a:ext cx="30033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538" name="Google Shape;538;p27"/>
          <p:cNvSpPr txBox="1"/>
          <p:nvPr>
            <p:ph idx="1" type="body"/>
          </p:nvPr>
        </p:nvSpPr>
        <p:spPr>
          <a:xfrm>
            <a:off x="508875" y="1539275"/>
            <a:ext cx="3488400" cy="11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indent="-228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indent="-228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indent="-228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indent="-228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indent="-228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indent="-228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indent="-228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indent="-228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39" name="Google Shape;539;p27"/>
          <p:cNvSpPr txBox="1"/>
          <p:nvPr>
            <p:ph idx="2" type="title"/>
          </p:nvPr>
        </p:nvSpPr>
        <p:spPr>
          <a:xfrm rot="-173518">
            <a:off x="5146753" y="4388081"/>
            <a:ext cx="1974114" cy="245408"/>
          </a:xfrm>
          <a:prstGeom prst="rect">
            <a:avLst/>
          </a:prstGeom>
          <a:solidFill>
            <a:schemeClr val="accent6"/>
          </a:solidFill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540" name="Google Shape;540;p27"/>
          <p:cNvSpPr txBox="1"/>
          <p:nvPr>
            <p:ph idx="3" type="title"/>
          </p:nvPr>
        </p:nvSpPr>
        <p:spPr>
          <a:xfrm rot="-130161">
            <a:off x="5801505" y="3629872"/>
            <a:ext cx="2662908" cy="63225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25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title and description">
  <p:cSld name="BLANK_1_1_1_1_1_1_1"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2" name="Google Shape;542;p28"/>
          <p:cNvGrpSpPr/>
          <p:nvPr/>
        </p:nvGrpSpPr>
        <p:grpSpPr>
          <a:xfrm>
            <a:off x="0" y="939481"/>
            <a:ext cx="9144000" cy="3964219"/>
            <a:chOff x="0" y="939481"/>
            <a:chExt cx="9144000" cy="3964219"/>
          </a:xfrm>
        </p:grpSpPr>
        <p:cxnSp>
          <p:nvCxnSpPr>
            <p:cNvPr id="543" name="Google Shape;543;p28"/>
            <p:cNvCxnSpPr/>
            <p:nvPr/>
          </p:nvCxnSpPr>
          <p:spPr>
            <a:xfrm>
              <a:off x="0" y="939481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4" name="Google Shape;544;p28"/>
            <p:cNvCxnSpPr/>
            <p:nvPr/>
          </p:nvCxnSpPr>
          <p:spPr>
            <a:xfrm>
              <a:off x="0" y="28463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5" name="Google Shape;545;p28"/>
            <p:cNvCxnSpPr/>
            <p:nvPr/>
          </p:nvCxnSpPr>
          <p:spPr>
            <a:xfrm>
              <a:off x="0" y="30749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6" name="Google Shape;546;p28"/>
            <p:cNvCxnSpPr/>
            <p:nvPr/>
          </p:nvCxnSpPr>
          <p:spPr>
            <a:xfrm>
              <a:off x="0" y="33035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7" name="Google Shape;547;p28"/>
            <p:cNvCxnSpPr/>
            <p:nvPr/>
          </p:nvCxnSpPr>
          <p:spPr>
            <a:xfrm>
              <a:off x="0" y="35321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8" name="Google Shape;548;p28"/>
            <p:cNvCxnSpPr/>
            <p:nvPr/>
          </p:nvCxnSpPr>
          <p:spPr>
            <a:xfrm>
              <a:off x="0" y="37607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9" name="Google Shape;549;p28"/>
            <p:cNvCxnSpPr/>
            <p:nvPr/>
          </p:nvCxnSpPr>
          <p:spPr>
            <a:xfrm>
              <a:off x="0" y="39893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50" name="Google Shape;550;p28"/>
            <p:cNvCxnSpPr/>
            <p:nvPr/>
          </p:nvCxnSpPr>
          <p:spPr>
            <a:xfrm>
              <a:off x="0" y="42179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51" name="Google Shape;551;p28"/>
            <p:cNvCxnSpPr/>
            <p:nvPr/>
          </p:nvCxnSpPr>
          <p:spPr>
            <a:xfrm>
              <a:off x="0" y="44465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52" name="Google Shape;552;p28"/>
            <p:cNvCxnSpPr/>
            <p:nvPr/>
          </p:nvCxnSpPr>
          <p:spPr>
            <a:xfrm>
              <a:off x="0" y="46751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53" name="Google Shape;553;p28"/>
            <p:cNvCxnSpPr/>
            <p:nvPr/>
          </p:nvCxnSpPr>
          <p:spPr>
            <a:xfrm>
              <a:off x="0" y="49037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554" name="Google Shape;554;p28"/>
          <p:cNvSpPr/>
          <p:nvPr/>
        </p:nvSpPr>
        <p:spPr>
          <a:xfrm rot="341415">
            <a:off x="4870163" y="329972"/>
            <a:ext cx="3279862" cy="460671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555" name="Google Shape;555;p28"/>
          <p:cNvGrpSpPr/>
          <p:nvPr/>
        </p:nvGrpSpPr>
        <p:grpSpPr>
          <a:xfrm rot="341264">
            <a:off x="4864199" y="350512"/>
            <a:ext cx="184449" cy="4334311"/>
            <a:chOff x="5380497" y="383100"/>
            <a:chExt cx="189628" cy="4456010"/>
          </a:xfrm>
        </p:grpSpPr>
        <p:grpSp>
          <p:nvGrpSpPr>
            <p:cNvPr id="556" name="Google Shape;556;p28"/>
            <p:cNvGrpSpPr/>
            <p:nvPr/>
          </p:nvGrpSpPr>
          <p:grpSpPr>
            <a:xfrm>
              <a:off x="5380497" y="383100"/>
              <a:ext cx="189628" cy="981668"/>
              <a:chOff x="5380497" y="383100"/>
              <a:chExt cx="189628" cy="981668"/>
            </a:xfrm>
          </p:grpSpPr>
          <p:grpSp>
            <p:nvGrpSpPr>
              <p:cNvPr id="557" name="Google Shape;557;p28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558" name="Google Shape;558;p28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59" name="Google Shape;559;p28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560" name="Google Shape;560;p28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561" name="Google Shape;561;p28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62" name="Google Shape;562;p28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563" name="Google Shape;563;p28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564" name="Google Shape;564;p28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65" name="Google Shape;565;p28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566" name="Google Shape;566;p28"/>
            <p:cNvGrpSpPr/>
            <p:nvPr/>
          </p:nvGrpSpPr>
          <p:grpSpPr>
            <a:xfrm>
              <a:off x="5380497" y="1678500"/>
              <a:ext cx="189628" cy="981668"/>
              <a:chOff x="5380497" y="383100"/>
              <a:chExt cx="189628" cy="981668"/>
            </a:xfrm>
          </p:grpSpPr>
          <p:grpSp>
            <p:nvGrpSpPr>
              <p:cNvPr id="567" name="Google Shape;567;p28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568" name="Google Shape;568;p28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69" name="Google Shape;569;p28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570" name="Google Shape;570;p28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571" name="Google Shape;571;p28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72" name="Google Shape;572;p28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573" name="Google Shape;573;p28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574" name="Google Shape;574;p28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75" name="Google Shape;575;p28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576" name="Google Shape;576;p28"/>
            <p:cNvGrpSpPr/>
            <p:nvPr/>
          </p:nvGrpSpPr>
          <p:grpSpPr>
            <a:xfrm>
              <a:off x="5380497" y="2973900"/>
              <a:ext cx="189628" cy="981668"/>
              <a:chOff x="5380497" y="383100"/>
              <a:chExt cx="189628" cy="981668"/>
            </a:xfrm>
          </p:grpSpPr>
          <p:grpSp>
            <p:nvGrpSpPr>
              <p:cNvPr id="577" name="Google Shape;577;p28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578" name="Google Shape;578;p28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79" name="Google Shape;579;p28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580" name="Google Shape;580;p28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581" name="Google Shape;581;p28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82" name="Google Shape;582;p28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583" name="Google Shape;583;p28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584" name="Google Shape;584;p28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85" name="Google Shape;585;p28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586" name="Google Shape;586;p28"/>
            <p:cNvGrpSpPr/>
            <p:nvPr/>
          </p:nvGrpSpPr>
          <p:grpSpPr>
            <a:xfrm>
              <a:off x="5380497" y="4269300"/>
              <a:ext cx="189628" cy="569810"/>
              <a:chOff x="5380497" y="383100"/>
              <a:chExt cx="189628" cy="569810"/>
            </a:xfrm>
          </p:grpSpPr>
          <p:grpSp>
            <p:nvGrpSpPr>
              <p:cNvPr id="587" name="Google Shape;587;p28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588" name="Google Shape;588;p28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89" name="Google Shape;589;p28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590" name="Google Shape;590;p28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591" name="Google Shape;591;p28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92" name="Google Shape;592;p28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</p:grpSp>
      <p:sp>
        <p:nvSpPr>
          <p:cNvPr id="593" name="Google Shape;593;p28"/>
          <p:cNvSpPr/>
          <p:nvPr/>
        </p:nvSpPr>
        <p:spPr>
          <a:xfrm>
            <a:off x="5136896" y="329628"/>
            <a:ext cx="3280500" cy="4607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594" name="Google Shape;594;p28"/>
          <p:cNvGrpSpPr/>
          <p:nvPr/>
        </p:nvGrpSpPr>
        <p:grpSpPr>
          <a:xfrm>
            <a:off x="5137471" y="504148"/>
            <a:ext cx="184470" cy="4334807"/>
            <a:chOff x="5380497" y="383100"/>
            <a:chExt cx="189628" cy="4456010"/>
          </a:xfrm>
        </p:grpSpPr>
        <p:grpSp>
          <p:nvGrpSpPr>
            <p:cNvPr id="595" name="Google Shape;595;p28"/>
            <p:cNvGrpSpPr/>
            <p:nvPr/>
          </p:nvGrpSpPr>
          <p:grpSpPr>
            <a:xfrm>
              <a:off x="5380497" y="383100"/>
              <a:ext cx="189628" cy="981668"/>
              <a:chOff x="5380497" y="383100"/>
              <a:chExt cx="189628" cy="981668"/>
            </a:xfrm>
          </p:grpSpPr>
          <p:grpSp>
            <p:nvGrpSpPr>
              <p:cNvPr id="596" name="Google Shape;596;p28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597" name="Google Shape;597;p28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98" name="Google Shape;598;p28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599" name="Google Shape;599;p28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600" name="Google Shape;600;p28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01" name="Google Shape;601;p28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02" name="Google Shape;602;p28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603" name="Google Shape;603;p28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04" name="Google Shape;604;p28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605" name="Google Shape;605;p28"/>
            <p:cNvGrpSpPr/>
            <p:nvPr/>
          </p:nvGrpSpPr>
          <p:grpSpPr>
            <a:xfrm>
              <a:off x="5380497" y="1678500"/>
              <a:ext cx="189628" cy="981668"/>
              <a:chOff x="5380497" y="383100"/>
              <a:chExt cx="189628" cy="981668"/>
            </a:xfrm>
          </p:grpSpPr>
          <p:grpSp>
            <p:nvGrpSpPr>
              <p:cNvPr id="606" name="Google Shape;606;p28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607" name="Google Shape;607;p28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08" name="Google Shape;608;p28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09" name="Google Shape;609;p28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610" name="Google Shape;610;p28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11" name="Google Shape;611;p28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12" name="Google Shape;612;p28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613" name="Google Shape;613;p28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14" name="Google Shape;614;p28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615" name="Google Shape;615;p28"/>
            <p:cNvGrpSpPr/>
            <p:nvPr/>
          </p:nvGrpSpPr>
          <p:grpSpPr>
            <a:xfrm>
              <a:off x="5380497" y="2973900"/>
              <a:ext cx="189628" cy="981668"/>
              <a:chOff x="5380497" y="383100"/>
              <a:chExt cx="189628" cy="981668"/>
            </a:xfrm>
          </p:grpSpPr>
          <p:grpSp>
            <p:nvGrpSpPr>
              <p:cNvPr id="616" name="Google Shape;616;p28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617" name="Google Shape;617;p28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18" name="Google Shape;618;p28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19" name="Google Shape;619;p28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620" name="Google Shape;620;p28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21" name="Google Shape;621;p28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22" name="Google Shape;622;p28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623" name="Google Shape;623;p28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24" name="Google Shape;624;p28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625" name="Google Shape;625;p28"/>
            <p:cNvGrpSpPr/>
            <p:nvPr/>
          </p:nvGrpSpPr>
          <p:grpSpPr>
            <a:xfrm>
              <a:off x="5380497" y="4269300"/>
              <a:ext cx="189628" cy="569810"/>
              <a:chOff x="5380497" y="383100"/>
              <a:chExt cx="189628" cy="569810"/>
            </a:xfrm>
          </p:grpSpPr>
          <p:grpSp>
            <p:nvGrpSpPr>
              <p:cNvPr id="626" name="Google Shape;626;p28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627" name="Google Shape;627;p28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28" name="Google Shape;628;p28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29" name="Google Shape;629;p28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630" name="Google Shape;630;p28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31" name="Google Shape;631;p28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</p:grpSp>
      <p:sp>
        <p:nvSpPr>
          <p:cNvPr id="632" name="Google Shape;632;p28"/>
          <p:cNvSpPr txBox="1"/>
          <p:nvPr>
            <p:ph idx="1" type="body"/>
          </p:nvPr>
        </p:nvSpPr>
        <p:spPr>
          <a:xfrm>
            <a:off x="5586600" y="641275"/>
            <a:ext cx="2627700" cy="311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633" name="Google Shape;633;p28"/>
          <p:cNvSpPr txBox="1"/>
          <p:nvPr>
            <p:ph type="title"/>
          </p:nvPr>
        </p:nvSpPr>
        <p:spPr>
          <a:xfrm>
            <a:off x="521275" y="525800"/>
            <a:ext cx="2094900" cy="14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25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Notes ">
  <p:cSld name="CUSTOM_2"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5" name="Google Shape;635;p29"/>
          <p:cNvGrpSpPr/>
          <p:nvPr/>
        </p:nvGrpSpPr>
        <p:grpSpPr>
          <a:xfrm>
            <a:off x="0" y="-6300"/>
            <a:ext cx="9162087" cy="5150040"/>
            <a:chOff x="11751" y="-6300"/>
            <a:chExt cx="9190577" cy="5150040"/>
          </a:xfrm>
        </p:grpSpPr>
        <p:grpSp>
          <p:nvGrpSpPr>
            <p:cNvPr id="636" name="Google Shape;636;p29"/>
            <p:cNvGrpSpPr/>
            <p:nvPr/>
          </p:nvGrpSpPr>
          <p:grpSpPr>
            <a:xfrm>
              <a:off x="11751" y="-6300"/>
              <a:ext cx="4777902" cy="2703033"/>
              <a:chOff x="11750" y="-6290"/>
              <a:chExt cx="9125100" cy="5162400"/>
            </a:xfrm>
          </p:grpSpPr>
          <p:cxnSp>
            <p:nvCxnSpPr>
              <p:cNvPr id="637" name="Google Shape;637;p29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38" name="Google Shape;638;p29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39" name="Google Shape;639;p29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40" name="Google Shape;640;p29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41" name="Google Shape;641;p29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42" name="Google Shape;642;p29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43" name="Google Shape;643;p29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44" name="Google Shape;644;p29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45" name="Google Shape;645;p29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46" name="Google Shape;646;p29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47" name="Google Shape;647;p29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48" name="Google Shape;648;p29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49" name="Google Shape;649;p29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50" name="Google Shape;650;p29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51" name="Google Shape;651;p29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52" name="Google Shape;652;p29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53" name="Google Shape;653;p29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54" name="Google Shape;654;p29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55" name="Google Shape;655;p29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56" name="Google Shape;656;p29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57" name="Google Shape;657;p29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58" name="Google Shape;658;p29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659" name="Google Shape;659;p29"/>
            <p:cNvGrpSpPr/>
            <p:nvPr/>
          </p:nvGrpSpPr>
          <p:grpSpPr>
            <a:xfrm>
              <a:off x="11751" y="2440707"/>
              <a:ext cx="4777902" cy="2703033"/>
              <a:chOff x="11750" y="-6290"/>
              <a:chExt cx="9125100" cy="5162400"/>
            </a:xfrm>
          </p:grpSpPr>
          <p:cxnSp>
            <p:nvCxnSpPr>
              <p:cNvPr id="660" name="Google Shape;660;p29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61" name="Google Shape;661;p29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62" name="Google Shape;662;p29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63" name="Google Shape;663;p29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64" name="Google Shape;664;p29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65" name="Google Shape;665;p29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66" name="Google Shape;666;p29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67" name="Google Shape;667;p29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68" name="Google Shape;668;p29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69" name="Google Shape;669;p29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70" name="Google Shape;670;p29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71" name="Google Shape;671;p29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72" name="Google Shape;672;p29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73" name="Google Shape;673;p29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74" name="Google Shape;674;p29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75" name="Google Shape;675;p29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76" name="Google Shape;676;p29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77" name="Google Shape;677;p29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78" name="Google Shape;678;p29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79" name="Google Shape;679;p29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80" name="Google Shape;680;p29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81" name="Google Shape;681;p29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682" name="Google Shape;682;p29"/>
            <p:cNvGrpSpPr/>
            <p:nvPr/>
          </p:nvGrpSpPr>
          <p:grpSpPr>
            <a:xfrm>
              <a:off x="4424426" y="-6300"/>
              <a:ext cx="4777902" cy="2703033"/>
              <a:chOff x="11750" y="-6290"/>
              <a:chExt cx="9125100" cy="5162400"/>
            </a:xfrm>
          </p:grpSpPr>
          <p:cxnSp>
            <p:nvCxnSpPr>
              <p:cNvPr id="683" name="Google Shape;683;p29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84" name="Google Shape;684;p29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85" name="Google Shape;685;p29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86" name="Google Shape;686;p29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87" name="Google Shape;687;p29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88" name="Google Shape;688;p29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89" name="Google Shape;689;p29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90" name="Google Shape;690;p29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91" name="Google Shape;691;p29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92" name="Google Shape;692;p29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93" name="Google Shape;693;p29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94" name="Google Shape;694;p29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95" name="Google Shape;695;p29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96" name="Google Shape;696;p29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97" name="Google Shape;697;p29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98" name="Google Shape;698;p29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99" name="Google Shape;699;p29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00" name="Google Shape;700;p29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01" name="Google Shape;701;p29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02" name="Google Shape;702;p29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03" name="Google Shape;703;p29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04" name="Google Shape;704;p29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705" name="Google Shape;705;p29"/>
            <p:cNvGrpSpPr/>
            <p:nvPr/>
          </p:nvGrpSpPr>
          <p:grpSpPr>
            <a:xfrm>
              <a:off x="4424426" y="2440707"/>
              <a:ext cx="4777902" cy="2703033"/>
              <a:chOff x="11750" y="-6290"/>
              <a:chExt cx="9125100" cy="5162400"/>
            </a:xfrm>
          </p:grpSpPr>
          <p:cxnSp>
            <p:nvCxnSpPr>
              <p:cNvPr id="706" name="Google Shape;706;p29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07" name="Google Shape;707;p29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08" name="Google Shape;708;p29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09" name="Google Shape;709;p29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10" name="Google Shape;710;p29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11" name="Google Shape;711;p29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12" name="Google Shape;712;p29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13" name="Google Shape;713;p29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14" name="Google Shape;714;p29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15" name="Google Shape;715;p29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16" name="Google Shape;716;p29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17" name="Google Shape;717;p29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18" name="Google Shape;718;p29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19" name="Google Shape;719;p29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20" name="Google Shape;720;p29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21" name="Google Shape;721;p29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22" name="Google Shape;722;p29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23" name="Google Shape;723;p29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24" name="Google Shape;724;p29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25" name="Google Shape;725;p29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26" name="Google Shape;726;p29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27" name="Google Shape;727;p29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728" name="Google Shape;728;p29"/>
          <p:cNvSpPr txBox="1"/>
          <p:nvPr>
            <p:ph type="title"/>
          </p:nvPr>
        </p:nvSpPr>
        <p:spPr>
          <a:xfrm>
            <a:off x="532800" y="1269600"/>
            <a:ext cx="2618400" cy="4728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b="0" sz="1900"/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729" name="Google Shape;729;p29"/>
          <p:cNvSpPr txBox="1"/>
          <p:nvPr>
            <p:ph idx="1" type="subTitle"/>
          </p:nvPr>
        </p:nvSpPr>
        <p:spPr>
          <a:xfrm>
            <a:off x="520800" y="1711450"/>
            <a:ext cx="2642400" cy="12405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0" name="Google Shape;730;p29"/>
          <p:cNvSpPr txBox="1"/>
          <p:nvPr>
            <p:ph idx="2" type="subTitle"/>
          </p:nvPr>
        </p:nvSpPr>
        <p:spPr>
          <a:xfrm>
            <a:off x="531875" y="2928325"/>
            <a:ext cx="2618400" cy="39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 u="sng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1" name="Google Shape;731;p29"/>
          <p:cNvSpPr txBox="1"/>
          <p:nvPr>
            <p:ph idx="3" type="title"/>
          </p:nvPr>
        </p:nvSpPr>
        <p:spPr>
          <a:xfrm rot="139861">
            <a:off x="3291201" y="1217875"/>
            <a:ext cx="2618467" cy="47289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732" name="Google Shape;732;p29"/>
          <p:cNvSpPr txBox="1"/>
          <p:nvPr>
            <p:ph idx="4" type="subTitle"/>
          </p:nvPr>
        </p:nvSpPr>
        <p:spPr>
          <a:xfrm rot="139761">
            <a:off x="3245632" y="1659003"/>
            <a:ext cx="2642483" cy="1240624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3" name="Google Shape;733;p29"/>
          <p:cNvSpPr txBox="1"/>
          <p:nvPr>
            <p:ph idx="5" type="subTitle"/>
          </p:nvPr>
        </p:nvSpPr>
        <p:spPr>
          <a:xfrm rot="139861">
            <a:off x="3224189" y="2875212"/>
            <a:ext cx="2618467" cy="395132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 u="sng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4" name="Google Shape;734;p29"/>
          <p:cNvSpPr txBox="1"/>
          <p:nvPr>
            <p:ph idx="6" type="title"/>
          </p:nvPr>
        </p:nvSpPr>
        <p:spPr>
          <a:xfrm>
            <a:off x="5994100" y="1252413"/>
            <a:ext cx="2618400" cy="4728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735" name="Google Shape;735;p29"/>
          <p:cNvSpPr txBox="1"/>
          <p:nvPr>
            <p:ph idx="7" type="subTitle"/>
          </p:nvPr>
        </p:nvSpPr>
        <p:spPr>
          <a:xfrm>
            <a:off x="5982100" y="1694263"/>
            <a:ext cx="2642400" cy="12405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6" name="Google Shape;736;p29"/>
          <p:cNvSpPr txBox="1"/>
          <p:nvPr>
            <p:ph idx="8" type="subTitle"/>
          </p:nvPr>
        </p:nvSpPr>
        <p:spPr>
          <a:xfrm>
            <a:off x="5993175" y="2911138"/>
            <a:ext cx="2618400" cy="39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 u="sng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7" name="Google Shape;737;p29"/>
          <p:cNvSpPr txBox="1"/>
          <p:nvPr>
            <p:ph idx="9" type="subTitle"/>
          </p:nvPr>
        </p:nvSpPr>
        <p:spPr>
          <a:xfrm>
            <a:off x="3254000" y="3461675"/>
            <a:ext cx="2529300" cy="935100"/>
          </a:xfrm>
          <a:prstGeom prst="rect">
            <a:avLst/>
          </a:prstGeom>
        </p:spPr>
        <p:txBody>
          <a:bodyPr anchorCtr="0" anchor="ctr" bIns="91425" lIns="182875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None/>
              <a:defRPr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8" name="Google Shape;738;p29"/>
          <p:cNvSpPr txBox="1"/>
          <p:nvPr>
            <p:ph idx="13" type="subTitle"/>
          </p:nvPr>
        </p:nvSpPr>
        <p:spPr>
          <a:xfrm>
            <a:off x="3254000" y="3840475"/>
            <a:ext cx="2644800" cy="7611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9" name="Google Shape;739;p29"/>
          <p:cNvSpPr txBox="1"/>
          <p:nvPr>
            <p:ph idx="14" type="subTitle"/>
          </p:nvPr>
        </p:nvSpPr>
        <p:spPr>
          <a:xfrm rot="-143344">
            <a:off x="503564" y="3472782"/>
            <a:ext cx="2526096" cy="935014"/>
          </a:xfrm>
          <a:prstGeom prst="rect">
            <a:avLst/>
          </a:prstGeom>
        </p:spPr>
        <p:txBody>
          <a:bodyPr anchorCtr="0" anchor="ctr" bIns="91425" lIns="182875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0" name="Google Shape;740;p29"/>
          <p:cNvSpPr txBox="1"/>
          <p:nvPr>
            <p:ph idx="15" type="subTitle"/>
          </p:nvPr>
        </p:nvSpPr>
        <p:spPr>
          <a:xfrm rot="-143157">
            <a:off x="515751" y="3848927"/>
            <a:ext cx="2644693" cy="761165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1" name="Google Shape;741;p29"/>
          <p:cNvSpPr txBox="1"/>
          <p:nvPr>
            <p:ph idx="16" type="subTitle"/>
          </p:nvPr>
        </p:nvSpPr>
        <p:spPr>
          <a:xfrm>
            <a:off x="5975950" y="3457125"/>
            <a:ext cx="2506800" cy="935100"/>
          </a:xfrm>
          <a:prstGeom prst="rect">
            <a:avLst/>
          </a:prstGeom>
        </p:spPr>
        <p:txBody>
          <a:bodyPr anchorCtr="0" anchor="ctr" bIns="91425" lIns="182875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2" name="Google Shape;742;p29"/>
          <p:cNvSpPr txBox="1"/>
          <p:nvPr>
            <p:ph idx="17" type="subTitle"/>
          </p:nvPr>
        </p:nvSpPr>
        <p:spPr>
          <a:xfrm>
            <a:off x="5975950" y="3835925"/>
            <a:ext cx="2644800" cy="7611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, Subtitle and Note">
  <p:cSld name="CUSTOM_1_1_2_2"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30"/>
          <p:cNvSpPr txBox="1"/>
          <p:nvPr>
            <p:ph idx="1" type="body"/>
          </p:nvPr>
        </p:nvSpPr>
        <p:spPr>
          <a:xfrm>
            <a:off x="509725" y="1130288"/>
            <a:ext cx="417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■"/>
              <a:defRPr/>
            </a:lvl9pPr>
          </a:lstStyle>
          <a:p/>
        </p:txBody>
      </p:sp>
      <p:cxnSp>
        <p:nvCxnSpPr>
          <p:cNvPr id="745" name="Google Shape;745;p30"/>
          <p:cNvCxnSpPr/>
          <p:nvPr/>
        </p:nvCxnSpPr>
        <p:spPr>
          <a:xfrm>
            <a:off x="0" y="28463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6" name="Google Shape;746;p30"/>
          <p:cNvCxnSpPr/>
          <p:nvPr/>
        </p:nvCxnSpPr>
        <p:spPr>
          <a:xfrm>
            <a:off x="0" y="30749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7" name="Google Shape;747;p30"/>
          <p:cNvCxnSpPr/>
          <p:nvPr/>
        </p:nvCxnSpPr>
        <p:spPr>
          <a:xfrm>
            <a:off x="0" y="33035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8" name="Google Shape;748;p30"/>
          <p:cNvCxnSpPr/>
          <p:nvPr/>
        </p:nvCxnSpPr>
        <p:spPr>
          <a:xfrm>
            <a:off x="0" y="35321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9" name="Google Shape;749;p30"/>
          <p:cNvCxnSpPr/>
          <p:nvPr/>
        </p:nvCxnSpPr>
        <p:spPr>
          <a:xfrm>
            <a:off x="0" y="37607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0" name="Google Shape;750;p30"/>
          <p:cNvCxnSpPr/>
          <p:nvPr/>
        </p:nvCxnSpPr>
        <p:spPr>
          <a:xfrm>
            <a:off x="0" y="39893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1" name="Google Shape;751;p30"/>
          <p:cNvCxnSpPr/>
          <p:nvPr/>
        </p:nvCxnSpPr>
        <p:spPr>
          <a:xfrm>
            <a:off x="0" y="42179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2" name="Google Shape;752;p30"/>
          <p:cNvCxnSpPr/>
          <p:nvPr/>
        </p:nvCxnSpPr>
        <p:spPr>
          <a:xfrm>
            <a:off x="0" y="44465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3" name="Google Shape;753;p30"/>
          <p:cNvCxnSpPr/>
          <p:nvPr/>
        </p:nvCxnSpPr>
        <p:spPr>
          <a:xfrm>
            <a:off x="0" y="46751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4" name="Google Shape;754;p30"/>
          <p:cNvCxnSpPr/>
          <p:nvPr/>
        </p:nvCxnSpPr>
        <p:spPr>
          <a:xfrm>
            <a:off x="0" y="49037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5" name="Google Shape;755;p30"/>
          <p:cNvCxnSpPr/>
          <p:nvPr/>
        </p:nvCxnSpPr>
        <p:spPr>
          <a:xfrm>
            <a:off x="0" y="939481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6" name="Google Shape;756;p30"/>
          <p:cNvSpPr txBox="1"/>
          <p:nvPr>
            <p:ph type="title"/>
          </p:nvPr>
        </p:nvSpPr>
        <p:spPr>
          <a:xfrm>
            <a:off x="509725" y="525800"/>
            <a:ext cx="4785900" cy="60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757" name="Google Shape;757;p30"/>
          <p:cNvSpPr txBox="1"/>
          <p:nvPr>
            <p:ph idx="2" type="subTitle"/>
          </p:nvPr>
        </p:nvSpPr>
        <p:spPr>
          <a:xfrm rot="-182546">
            <a:off x="5376031" y="2587214"/>
            <a:ext cx="3108782" cy="501711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8" name="Google Shape;758;p30"/>
          <p:cNvSpPr txBox="1"/>
          <p:nvPr>
            <p:ph idx="3" type="subTitle"/>
          </p:nvPr>
        </p:nvSpPr>
        <p:spPr>
          <a:xfrm rot="-182643">
            <a:off x="5853959" y="3074975"/>
            <a:ext cx="2977201" cy="1813059"/>
          </a:xfrm>
          <a:prstGeom prst="rect">
            <a:avLst/>
          </a:prstGeom>
        </p:spPr>
        <p:txBody>
          <a:bodyPr anchorCtr="0" anchor="t" bIns="91425" lIns="182875" spcFirstLastPara="1" rIns="91425" wrap="square" tIns="18287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6 Notes">
  <p:cSld name="CUSTOM_1_1_2_1"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31"/>
          <p:cNvSpPr txBox="1"/>
          <p:nvPr>
            <p:ph idx="1" type="subTitle"/>
          </p:nvPr>
        </p:nvSpPr>
        <p:spPr>
          <a:xfrm>
            <a:off x="2677850" y="665250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1" name="Google Shape;761;p31"/>
          <p:cNvSpPr txBox="1"/>
          <p:nvPr>
            <p:ph type="title"/>
          </p:nvPr>
        </p:nvSpPr>
        <p:spPr>
          <a:xfrm>
            <a:off x="5278050" y="277788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762" name="Google Shape;762;p31"/>
          <p:cNvSpPr txBox="1"/>
          <p:nvPr>
            <p:ph idx="2" type="title"/>
          </p:nvPr>
        </p:nvSpPr>
        <p:spPr>
          <a:xfrm>
            <a:off x="7518350" y="277788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9pPr>
          </a:lstStyle>
          <a:p/>
        </p:txBody>
      </p:sp>
      <p:sp>
        <p:nvSpPr>
          <p:cNvPr id="763" name="Google Shape;763;p31"/>
          <p:cNvSpPr txBox="1"/>
          <p:nvPr>
            <p:ph idx="3" type="title"/>
          </p:nvPr>
        </p:nvSpPr>
        <p:spPr>
          <a:xfrm>
            <a:off x="3045175" y="2827013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9pPr>
          </a:lstStyle>
          <a:p/>
        </p:txBody>
      </p:sp>
      <p:sp>
        <p:nvSpPr>
          <p:cNvPr id="764" name="Google Shape;764;p31"/>
          <p:cNvSpPr txBox="1"/>
          <p:nvPr>
            <p:ph idx="4" type="title"/>
          </p:nvPr>
        </p:nvSpPr>
        <p:spPr>
          <a:xfrm>
            <a:off x="5270625" y="2827013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9pPr>
          </a:lstStyle>
          <a:p/>
        </p:txBody>
      </p:sp>
      <p:sp>
        <p:nvSpPr>
          <p:cNvPr id="765" name="Google Shape;765;p31"/>
          <p:cNvSpPr txBox="1"/>
          <p:nvPr>
            <p:ph idx="5" type="title"/>
          </p:nvPr>
        </p:nvSpPr>
        <p:spPr>
          <a:xfrm>
            <a:off x="7510925" y="2827013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9pPr>
          </a:lstStyle>
          <a:p/>
        </p:txBody>
      </p:sp>
      <p:sp>
        <p:nvSpPr>
          <p:cNvPr id="766" name="Google Shape;766;p31"/>
          <p:cNvSpPr txBox="1"/>
          <p:nvPr>
            <p:ph idx="6" type="title"/>
          </p:nvPr>
        </p:nvSpPr>
        <p:spPr>
          <a:xfrm>
            <a:off x="521275" y="525800"/>
            <a:ext cx="1897500" cy="14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7" name="Google Shape;767;p31"/>
          <p:cNvSpPr/>
          <p:nvPr/>
        </p:nvSpPr>
        <p:spPr>
          <a:xfrm>
            <a:off x="673550" y="3164224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68" name="Google Shape;768;p31"/>
          <p:cNvSpPr/>
          <p:nvPr/>
        </p:nvSpPr>
        <p:spPr>
          <a:xfrm>
            <a:off x="673550" y="3413020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69" name="Google Shape;769;p31"/>
          <p:cNvSpPr/>
          <p:nvPr/>
        </p:nvSpPr>
        <p:spPr>
          <a:xfrm>
            <a:off x="673550" y="3661816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70" name="Google Shape;770;p31"/>
          <p:cNvSpPr/>
          <p:nvPr/>
        </p:nvSpPr>
        <p:spPr>
          <a:xfrm>
            <a:off x="673550" y="3910626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71" name="Google Shape;771;p31"/>
          <p:cNvSpPr/>
          <p:nvPr/>
        </p:nvSpPr>
        <p:spPr>
          <a:xfrm>
            <a:off x="673550" y="4159422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72" name="Google Shape;772;p31"/>
          <p:cNvSpPr/>
          <p:nvPr/>
        </p:nvSpPr>
        <p:spPr>
          <a:xfrm>
            <a:off x="673550" y="4408217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773" name="Google Shape;773;p31"/>
          <p:cNvGrpSpPr/>
          <p:nvPr/>
        </p:nvGrpSpPr>
        <p:grpSpPr>
          <a:xfrm>
            <a:off x="666102" y="3359600"/>
            <a:ext cx="1540800" cy="1232286"/>
            <a:chOff x="666102" y="3359600"/>
            <a:chExt cx="1540800" cy="1232286"/>
          </a:xfrm>
        </p:grpSpPr>
        <p:cxnSp>
          <p:nvCxnSpPr>
            <p:cNvPr id="774" name="Google Shape;774;p31"/>
            <p:cNvCxnSpPr/>
            <p:nvPr/>
          </p:nvCxnSpPr>
          <p:spPr>
            <a:xfrm>
              <a:off x="666102" y="3359600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75" name="Google Shape;775;p31"/>
            <p:cNvCxnSpPr/>
            <p:nvPr/>
          </p:nvCxnSpPr>
          <p:spPr>
            <a:xfrm>
              <a:off x="666102" y="3603081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76" name="Google Shape;776;p31"/>
            <p:cNvCxnSpPr/>
            <p:nvPr/>
          </p:nvCxnSpPr>
          <p:spPr>
            <a:xfrm>
              <a:off x="666102" y="3846561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77" name="Google Shape;777;p31"/>
            <p:cNvCxnSpPr/>
            <p:nvPr/>
          </p:nvCxnSpPr>
          <p:spPr>
            <a:xfrm>
              <a:off x="666102" y="4090042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78" name="Google Shape;778;p31"/>
            <p:cNvCxnSpPr/>
            <p:nvPr/>
          </p:nvCxnSpPr>
          <p:spPr>
            <a:xfrm>
              <a:off x="666102" y="4340963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79" name="Google Shape;779;p31"/>
            <p:cNvCxnSpPr/>
            <p:nvPr/>
          </p:nvCxnSpPr>
          <p:spPr>
            <a:xfrm>
              <a:off x="666102" y="4591886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780" name="Google Shape;780;p31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81" name="Google Shape;781;p31"/>
          <p:cNvGrpSpPr/>
          <p:nvPr/>
        </p:nvGrpSpPr>
        <p:grpSpPr>
          <a:xfrm>
            <a:off x="114406" y="175123"/>
            <a:ext cx="134104" cy="4750255"/>
            <a:chOff x="114406" y="175123"/>
            <a:chExt cx="134104" cy="4750255"/>
          </a:xfrm>
        </p:grpSpPr>
        <p:grpSp>
          <p:nvGrpSpPr>
            <p:cNvPr id="782" name="Google Shape;782;p31"/>
            <p:cNvGrpSpPr/>
            <p:nvPr/>
          </p:nvGrpSpPr>
          <p:grpSpPr>
            <a:xfrm>
              <a:off x="114406" y="175123"/>
              <a:ext cx="134104" cy="4334807"/>
              <a:chOff x="5432271" y="383100"/>
              <a:chExt cx="137854" cy="4456010"/>
            </a:xfrm>
          </p:grpSpPr>
          <p:grpSp>
            <p:nvGrpSpPr>
              <p:cNvPr id="783" name="Google Shape;783;p31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784" name="Google Shape;784;p31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85" name="Google Shape;785;p31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86" name="Google Shape;786;p31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87" name="Google Shape;787;p31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788" name="Google Shape;788;p31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89" name="Google Shape;789;p31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90" name="Google Shape;790;p31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91" name="Google Shape;791;p31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792" name="Google Shape;792;p31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93" name="Google Shape;793;p31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94" name="Google Shape;794;p31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95" name="Google Shape;795;p31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796" name="Google Shape;796;p31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97" name="Google Shape;797;p31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798" name="Google Shape;798;p31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799" name="Google Shape;799;p31"/>
          <p:cNvSpPr txBox="1"/>
          <p:nvPr>
            <p:ph idx="7" type="title"/>
          </p:nvPr>
        </p:nvSpPr>
        <p:spPr>
          <a:xfrm rot="-269417">
            <a:off x="593100" y="2197119"/>
            <a:ext cx="1597905" cy="680076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0" name="Google Shape;800;p31"/>
          <p:cNvSpPr txBox="1"/>
          <p:nvPr>
            <p:ph idx="8" type="title"/>
          </p:nvPr>
        </p:nvSpPr>
        <p:spPr>
          <a:xfrm>
            <a:off x="3052600" y="277788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801" name="Google Shape;801;p31"/>
          <p:cNvSpPr txBox="1"/>
          <p:nvPr>
            <p:ph idx="9" type="subTitle"/>
          </p:nvPr>
        </p:nvSpPr>
        <p:spPr>
          <a:xfrm>
            <a:off x="4866000" y="665250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2" name="Google Shape;802;p31"/>
          <p:cNvSpPr txBox="1"/>
          <p:nvPr>
            <p:ph idx="13" type="subTitle"/>
          </p:nvPr>
        </p:nvSpPr>
        <p:spPr>
          <a:xfrm>
            <a:off x="7085600" y="665250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3" name="Google Shape;803;p31"/>
          <p:cNvSpPr txBox="1"/>
          <p:nvPr>
            <p:ph idx="14" type="subTitle"/>
          </p:nvPr>
        </p:nvSpPr>
        <p:spPr>
          <a:xfrm>
            <a:off x="2677850" y="3251325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4" name="Google Shape;804;p31"/>
          <p:cNvSpPr txBox="1"/>
          <p:nvPr>
            <p:ph idx="15" type="subTitle"/>
          </p:nvPr>
        </p:nvSpPr>
        <p:spPr>
          <a:xfrm>
            <a:off x="4866000" y="3251325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5" name="Google Shape;805;p31"/>
          <p:cNvSpPr txBox="1"/>
          <p:nvPr>
            <p:ph idx="16" type="subTitle"/>
          </p:nvPr>
        </p:nvSpPr>
        <p:spPr>
          <a:xfrm>
            <a:off x="7085600" y="3251325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WOT Analysis">
  <p:cSld name="BLANK_1_1_1_2">
    <p:bg>
      <p:bgPr>
        <a:solidFill>
          <a:schemeClr val="lt2"/>
        </a:solidFill>
      </p:bgPr>
    </p:bg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32"/>
          <p:cNvSpPr/>
          <p:nvPr/>
        </p:nvSpPr>
        <p:spPr>
          <a:xfrm>
            <a:off x="2341800" y="0"/>
            <a:ext cx="68022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08" name="Google Shape;808;p32"/>
          <p:cNvSpPr txBox="1"/>
          <p:nvPr>
            <p:ph idx="1" type="body"/>
          </p:nvPr>
        </p:nvSpPr>
        <p:spPr>
          <a:xfrm>
            <a:off x="2802500" y="1001400"/>
            <a:ext cx="2465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grpSp>
        <p:nvGrpSpPr>
          <p:cNvPr id="809" name="Google Shape;809;p32"/>
          <p:cNvGrpSpPr/>
          <p:nvPr/>
        </p:nvGrpSpPr>
        <p:grpSpPr>
          <a:xfrm rot="5400000">
            <a:off x="6680877" y="-2076119"/>
            <a:ext cx="184470" cy="4334807"/>
            <a:chOff x="5380497" y="383100"/>
            <a:chExt cx="189628" cy="4456010"/>
          </a:xfrm>
        </p:grpSpPr>
        <p:grpSp>
          <p:nvGrpSpPr>
            <p:cNvPr id="810" name="Google Shape;810;p32"/>
            <p:cNvGrpSpPr/>
            <p:nvPr/>
          </p:nvGrpSpPr>
          <p:grpSpPr>
            <a:xfrm>
              <a:off x="5380497" y="383100"/>
              <a:ext cx="189628" cy="981668"/>
              <a:chOff x="5380497" y="383100"/>
              <a:chExt cx="189628" cy="981668"/>
            </a:xfrm>
          </p:grpSpPr>
          <p:grpSp>
            <p:nvGrpSpPr>
              <p:cNvPr id="811" name="Google Shape;811;p32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812" name="Google Shape;812;p32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13" name="Google Shape;813;p32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814" name="Google Shape;814;p32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815" name="Google Shape;815;p32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16" name="Google Shape;816;p32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817" name="Google Shape;817;p32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818" name="Google Shape;818;p32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19" name="Google Shape;819;p32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820" name="Google Shape;820;p32"/>
            <p:cNvGrpSpPr/>
            <p:nvPr/>
          </p:nvGrpSpPr>
          <p:grpSpPr>
            <a:xfrm>
              <a:off x="5380497" y="1678500"/>
              <a:ext cx="189628" cy="981668"/>
              <a:chOff x="5380497" y="383100"/>
              <a:chExt cx="189628" cy="981668"/>
            </a:xfrm>
          </p:grpSpPr>
          <p:grpSp>
            <p:nvGrpSpPr>
              <p:cNvPr id="821" name="Google Shape;821;p32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822" name="Google Shape;822;p32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23" name="Google Shape;823;p32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824" name="Google Shape;824;p32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825" name="Google Shape;825;p32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26" name="Google Shape;826;p32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827" name="Google Shape;827;p32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828" name="Google Shape;828;p32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29" name="Google Shape;829;p32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830" name="Google Shape;830;p32"/>
            <p:cNvGrpSpPr/>
            <p:nvPr/>
          </p:nvGrpSpPr>
          <p:grpSpPr>
            <a:xfrm>
              <a:off x="5380497" y="2973900"/>
              <a:ext cx="189628" cy="981668"/>
              <a:chOff x="5380497" y="383100"/>
              <a:chExt cx="189628" cy="981668"/>
            </a:xfrm>
          </p:grpSpPr>
          <p:grpSp>
            <p:nvGrpSpPr>
              <p:cNvPr id="831" name="Google Shape;831;p32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832" name="Google Shape;832;p32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33" name="Google Shape;833;p32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834" name="Google Shape;834;p32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835" name="Google Shape;835;p32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36" name="Google Shape;836;p32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837" name="Google Shape;837;p32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838" name="Google Shape;838;p32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39" name="Google Shape;839;p32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840" name="Google Shape;840;p32"/>
            <p:cNvGrpSpPr/>
            <p:nvPr/>
          </p:nvGrpSpPr>
          <p:grpSpPr>
            <a:xfrm>
              <a:off x="5380497" y="4269300"/>
              <a:ext cx="189628" cy="569810"/>
              <a:chOff x="5380497" y="383100"/>
              <a:chExt cx="189628" cy="569810"/>
            </a:xfrm>
          </p:grpSpPr>
          <p:grpSp>
            <p:nvGrpSpPr>
              <p:cNvPr id="841" name="Google Shape;841;p32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842" name="Google Shape;842;p32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43" name="Google Shape;843;p32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844" name="Google Shape;844;p32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845" name="Google Shape;845;p32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46" name="Google Shape;846;p32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</p:grpSp>
      <p:grpSp>
        <p:nvGrpSpPr>
          <p:cNvPr id="847" name="Google Shape;847;p32"/>
          <p:cNvGrpSpPr/>
          <p:nvPr/>
        </p:nvGrpSpPr>
        <p:grpSpPr>
          <a:xfrm rot="5400000">
            <a:off x="3292843" y="-815956"/>
            <a:ext cx="184470" cy="1814476"/>
            <a:chOff x="5380497" y="383100"/>
            <a:chExt cx="189628" cy="1865210"/>
          </a:xfrm>
        </p:grpSpPr>
        <p:grpSp>
          <p:nvGrpSpPr>
            <p:cNvPr id="848" name="Google Shape;848;p32"/>
            <p:cNvGrpSpPr/>
            <p:nvPr/>
          </p:nvGrpSpPr>
          <p:grpSpPr>
            <a:xfrm>
              <a:off x="5380497" y="383100"/>
              <a:ext cx="189628" cy="981668"/>
              <a:chOff x="5380497" y="383100"/>
              <a:chExt cx="189628" cy="981668"/>
            </a:xfrm>
          </p:grpSpPr>
          <p:grpSp>
            <p:nvGrpSpPr>
              <p:cNvPr id="849" name="Google Shape;849;p32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850" name="Google Shape;850;p32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51" name="Google Shape;851;p32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852" name="Google Shape;852;p32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853" name="Google Shape;853;p32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54" name="Google Shape;854;p32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855" name="Google Shape;855;p32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856" name="Google Shape;856;p32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57" name="Google Shape;857;p32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858" name="Google Shape;858;p32"/>
            <p:cNvGrpSpPr/>
            <p:nvPr/>
          </p:nvGrpSpPr>
          <p:grpSpPr>
            <a:xfrm>
              <a:off x="5380497" y="1678500"/>
              <a:ext cx="189628" cy="569810"/>
              <a:chOff x="5380497" y="383100"/>
              <a:chExt cx="189628" cy="569810"/>
            </a:xfrm>
          </p:grpSpPr>
          <p:grpSp>
            <p:nvGrpSpPr>
              <p:cNvPr id="859" name="Google Shape;859;p32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860" name="Google Shape;860;p32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61" name="Google Shape;861;p32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862" name="Google Shape;862;p32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863" name="Google Shape;863;p32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64" name="Google Shape;864;p32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</p:grpSp>
      <p:sp>
        <p:nvSpPr>
          <p:cNvPr id="865" name="Google Shape;865;p32"/>
          <p:cNvSpPr txBox="1"/>
          <p:nvPr>
            <p:ph type="title"/>
          </p:nvPr>
        </p:nvSpPr>
        <p:spPr>
          <a:xfrm>
            <a:off x="423975" y="3065225"/>
            <a:ext cx="1758900" cy="184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cxnSp>
        <p:nvCxnSpPr>
          <p:cNvPr id="866" name="Google Shape;866;p32"/>
          <p:cNvCxnSpPr/>
          <p:nvPr/>
        </p:nvCxnSpPr>
        <p:spPr>
          <a:xfrm>
            <a:off x="249750" y="-22275"/>
            <a:ext cx="0" cy="51774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7" name="Google Shape;867;p32"/>
          <p:cNvCxnSpPr/>
          <p:nvPr/>
        </p:nvCxnSpPr>
        <p:spPr>
          <a:xfrm>
            <a:off x="177000" y="-14750"/>
            <a:ext cx="0" cy="51582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8" name="Google Shape;868;p32"/>
          <p:cNvSpPr txBox="1"/>
          <p:nvPr>
            <p:ph idx="2" type="title"/>
          </p:nvPr>
        </p:nvSpPr>
        <p:spPr>
          <a:xfrm>
            <a:off x="2802725" y="492300"/>
            <a:ext cx="24657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869" name="Google Shape;869;p32"/>
          <p:cNvSpPr txBox="1"/>
          <p:nvPr>
            <p:ph idx="3" type="body"/>
          </p:nvPr>
        </p:nvSpPr>
        <p:spPr>
          <a:xfrm>
            <a:off x="6214525" y="1001400"/>
            <a:ext cx="2465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70" name="Google Shape;870;p32"/>
          <p:cNvSpPr txBox="1"/>
          <p:nvPr>
            <p:ph idx="4" type="title"/>
          </p:nvPr>
        </p:nvSpPr>
        <p:spPr>
          <a:xfrm>
            <a:off x="6214750" y="492300"/>
            <a:ext cx="24657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871" name="Google Shape;871;p32"/>
          <p:cNvSpPr txBox="1"/>
          <p:nvPr>
            <p:ph idx="5" type="body"/>
          </p:nvPr>
        </p:nvSpPr>
        <p:spPr>
          <a:xfrm>
            <a:off x="2802500" y="3442350"/>
            <a:ext cx="2465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72" name="Google Shape;872;p32"/>
          <p:cNvSpPr txBox="1"/>
          <p:nvPr>
            <p:ph idx="6" type="title"/>
          </p:nvPr>
        </p:nvSpPr>
        <p:spPr>
          <a:xfrm>
            <a:off x="2802725" y="2933250"/>
            <a:ext cx="24657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873" name="Google Shape;873;p32"/>
          <p:cNvSpPr txBox="1"/>
          <p:nvPr>
            <p:ph idx="7" type="body"/>
          </p:nvPr>
        </p:nvSpPr>
        <p:spPr>
          <a:xfrm>
            <a:off x="6214525" y="3442350"/>
            <a:ext cx="2465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74" name="Google Shape;874;p32"/>
          <p:cNvSpPr txBox="1"/>
          <p:nvPr>
            <p:ph idx="8" type="title"/>
          </p:nvPr>
        </p:nvSpPr>
        <p:spPr>
          <a:xfrm>
            <a:off x="6214750" y="2933250"/>
            <a:ext cx="24657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en Agenda 1">
  <p:cSld name="BLANK_1_1_1_1_1_1_1_1_1_3">
    <p:bg>
      <p:bgPr>
        <a:solidFill>
          <a:schemeClr val="lt1"/>
        </a:solidFill>
      </p:bgPr>
    </p:bg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33"/>
          <p:cNvSpPr/>
          <p:nvPr/>
        </p:nvSpPr>
        <p:spPr>
          <a:xfrm>
            <a:off x="995475" y="201175"/>
            <a:ext cx="7341600" cy="4557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77" name="Google Shape;877;p33"/>
          <p:cNvSpPr/>
          <p:nvPr/>
        </p:nvSpPr>
        <p:spPr>
          <a:xfrm>
            <a:off x="1128250" y="276575"/>
            <a:ext cx="7108800" cy="4517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78" name="Google Shape;878;p33"/>
          <p:cNvSpPr/>
          <p:nvPr/>
        </p:nvSpPr>
        <p:spPr>
          <a:xfrm>
            <a:off x="4407875" y="312925"/>
            <a:ext cx="3729600" cy="4517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79" name="Google Shape;879;p33"/>
          <p:cNvSpPr/>
          <p:nvPr/>
        </p:nvSpPr>
        <p:spPr>
          <a:xfrm>
            <a:off x="1217200" y="312875"/>
            <a:ext cx="3165000" cy="4517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880" name="Google Shape;880;p33"/>
          <p:cNvGrpSpPr/>
          <p:nvPr/>
        </p:nvGrpSpPr>
        <p:grpSpPr>
          <a:xfrm>
            <a:off x="1211779" y="312875"/>
            <a:ext cx="3165000" cy="4517700"/>
            <a:chOff x="1211779" y="312875"/>
            <a:chExt cx="3165000" cy="4517700"/>
          </a:xfrm>
        </p:grpSpPr>
        <p:cxnSp>
          <p:nvCxnSpPr>
            <p:cNvPr id="881" name="Google Shape;881;p33"/>
            <p:cNvCxnSpPr/>
            <p:nvPr/>
          </p:nvCxnSpPr>
          <p:spPr>
            <a:xfrm>
              <a:off x="3624778" y="312875"/>
              <a:ext cx="0" cy="4517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82" name="Google Shape;882;p33"/>
            <p:cNvCxnSpPr/>
            <p:nvPr/>
          </p:nvCxnSpPr>
          <p:spPr>
            <a:xfrm>
              <a:off x="4031178" y="312875"/>
              <a:ext cx="0" cy="4517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883" name="Google Shape;883;p33"/>
            <p:cNvGrpSpPr/>
            <p:nvPr/>
          </p:nvGrpSpPr>
          <p:grpSpPr>
            <a:xfrm>
              <a:off x="1211779" y="312875"/>
              <a:ext cx="3165000" cy="4517700"/>
              <a:chOff x="462650" y="259175"/>
              <a:chExt cx="3165000" cy="4517700"/>
            </a:xfrm>
          </p:grpSpPr>
          <p:cxnSp>
            <p:nvCxnSpPr>
              <p:cNvPr id="884" name="Google Shape;884;p33"/>
              <p:cNvCxnSpPr/>
              <p:nvPr/>
            </p:nvCxnSpPr>
            <p:spPr>
              <a:xfrm>
                <a:off x="843650" y="259175"/>
                <a:ext cx="0" cy="451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85" name="Google Shape;885;p33"/>
              <p:cNvCxnSpPr/>
              <p:nvPr/>
            </p:nvCxnSpPr>
            <p:spPr>
              <a:xfrm>
                <a:off x="1250050" y="259175"/>
                <a:ext cx="0" cy="451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86" name="Google Shape;886;p33"/>
              <p:cNvCxnSpPr/>
              <p:nvPr/>
            </p:nvCxnSpPr>
            <p:spPr>
              <a:xfrm>
                <a:off x="1656450" y="259175"/>
                <a:ext cx="0" cy="451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87" name="Google Shape;887;p33"/>
              <p:cNvCxnSpPr/>
              <p:nvPr/>
            </p:nvCxnSpPr>
            <p:spPr>
              <a:xfrm>
                <a:off x="2062850" y="259175"/>
                <a:ext cx="0" cy="451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88" name="Google Shape;888;p33"/>
              <p:cNvCxnSpPr/>
              <p:nvPr/>
            </p:nvCxnSpPr>
            <p:spPr>
              <a:xfrm>
                <a:off x="2469250" y="259175"/>
                <a:ext cx="0" cy="451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89" name="Google Shape;889;p33"/>
              <p:cNvCxnSpPr/>
              <p:nvPr/>
            </p:nvCxnSpPr>
            <p:spPr>
              <a:xfrm>
                <a:off x="462650" y="674900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90" name="Google Shape;890;p33"/>
              <p:cNvCxnSpPr/>
              <p:nvPr/>
            </p:nvCxnSpPr>
            <p:spPr>
              <a:xfrm>
                <a:off x="462650" y="1075858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91" name="Google Shape;891;p33"/>
              <p:cNvCxnSpPr/>
              <p:nvPr/>
            </p:nvCxnSpPr>
            <p:spPr>
              <a:xfrm>
                <a:off x="462650" y="1476817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92" name="Google Shape;892;p33"/>
              <p:cNvCxnSpPr/>
              <p:nvPr/>
            </p:nvCxnSpPr>
            <p:spPr>
              <a:xfrm>
                <a:off x="462650" y="1877775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93" name="Google Shape;893;p33"/>
              <p:cNvCxnSpPr/>
              <p:nvPr/>
            </p:nvCxnSpPr>
            <p:spPr>
              <a:xfrm>
                <a:off x="462650" y="2278733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94" name="Google Shape;894;p33"/>
              <p:cNvCxnSpPr/>
              <p:nvPr/>
            </p:nvCxnSpPr>
            <p:spPr>
              <a:xfrm>
                <a:off x="462650" y="2679692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95" name="Google Shape;895;p33"/>
              <p:cNvCxnSpPr/>
              <p:nvPr/>
            </p:nvCxnSpPr>
            <p:spPr>
              <a:xfrm>
                <a:off x="462650" y="3080650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96" name="Google Shape;896;p33"/>
              <p:cNvCxnSpPr/>
              <p:nvPr/>
            </p:nvCxnSpPr>
            <p:spPr>
              <a:xfrm>
                <a:off x="462650" y="3481608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97" name="Google Shape;897;p33"/>
              <p:cNvCxnSpPr/>
              <p:nvPr/>
            </p:nvCxnSpPr>
            <p:spPr>
              <a:xfrm>
                <a:off x="462650" y="3882567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98" name="Google Shape;898;p33"/>
              <p:cNvCxnSpPr/>
              <p:nvPr/>
            </p:nvCxnSpPr>
            <p:spPr>
              <a:xfrm>
                <a:off x="462650" y="4283525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899" name="Google Shape;899;p33"/>
          <p:cNvGrpSpPr/>
          <p:nvPr/>
        </p:nvGrpSpPr>
        <p:grpSpPr>
          <a:xfrm>
            <a:off x="4222205" y="390105"/>
            <a:ext cx="366115" cy="4334807"/>
            <a:chOff x="3473077" y="259175"/>
            <a:chExt cx="366115" cy="4334807"/>
          </a:xfrm>
        </p:grpSpPr>
        <p:grpSp>
          <p:nvGrpSpPr>
            <p:cNvPr id="900" name="Google Shape;900;p33"/>
            <p:cNvGrpSpPr/>
            <p:nvPr/>
          </p:nvGrpSpPr>
          <p:grpSpPr>
            <a:xfrm rot="10800000">
              <a:off x="3473077" y="259175"/>
              <a:ext cx="184470" cy="4334807"/>
              <a:chOff x="5380497" y="383100"/>
              <a:chExt cx="189628" cy="4456010"/>
            </a:xfrm>
          </p:grpSpPr>
          <p:grpSp>
            <p:nvGrpSpPr>
              <p:cNvPr id="901" name="Google Shape;901;p33"/>
              <p:cNvGrpSpPr/>
              <p:nvPr/>
            </p:nvGrpSpPr>
            <p:grpSpPr>
              <a:xfrm>
                <a:off x="5380497" y="3831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902" name="Google Shape;902;p33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903" name="Google Shape;903;p33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904" name="Google Shape;904;p33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905" name="Google Shape;905;p33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906" name="Google Shape;906;p33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907" name="Google Shape;907;p33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908" name="Google Shape;908;p33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909" name="Google Shape;909;p33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910" name="Google Shape;910;p33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911" name="Google Shape;911;p33"/>
              <p:cNvGrpSpPr/>
              <p:nvPr/>
            </p:nvGrpSpPr>
            <p:grpSpPr>
              <a:xfrm>
                <a:off x="5380497" y="16785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912" name="Google Shape;912;p33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913" name="Google Shape;913;p33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914" name="Google Shape;914;p33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915" name="Google Shape;915;p33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916" name="Google Shape;916;p33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917" name="Google Shape;917;p33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918" name="Google Shape;918;p33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919" name="Google Shape;919;p33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920" name="Google Shape;920;p33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921" name="Google Shape;921;p33"/>
              <p:cNvGrpSpPr/>
              <p:nvPr/>
            </p:nvGrpSpPr>
            <p:grpSpPr>
              <a:xfrm>
                <a:off x="5380497" y="29739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922" name="Google Shape;922;p33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923" name="Google Shape;923;p33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924" name="Google Shape;924;p33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925" name="Google Shape;925;p33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926" name="Google Shape;926;p33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927" name="Google Shape;927;p33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928" name="Google Shape;928;p33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929" name="Google Shape;929;p33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930" name="Google Shape;930;p33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931" name="Google Shape;931;p33"/>
              <p:cNvGrpSpPr/>
              <p:nvPr/>
            </p:nvGrpSpPr>
            <p:grpSpPr>
              <a:xfrm>
                <a:off x="5380497" y="4269300"/>
                <a:ext cx="189628" cy="569810"/>
                <a:chOff x="5380497" y="383100"/>
                <a:chExt cx="189628" cy="569810"/>
              </a:xfrm>
            </p:grpSpPr>
            <p:grpSp>
              <p:nvGrpSpPr>
                <p:cNvPr id="932" name="Google Shape;932;p33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933" name="Google Shape;933;p33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934" name="Google Shape;934;p33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935" name="Google Shape;935;p33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936" name="Google Shape;936;p33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937" name="Google Shape;937;p33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</p:grpSp>
        <p:grpSp>
          <p:nvGrpSpPr>
            <p:cNvPr id="938" name="Google Shape;938;p33"/>
            <p:cNvGrpSpPr/>
            <p:nvPr/>
          </p:nvGrpSpPr>
          <p:grpSpPr>
            <a:xfrm flipH="1" rot="10800000">
              <a:off x="3654721" y="259175"/>
              <a:ext cx="184470" cy="4334807"/>
              <a:chOff x="5380497" y="383100"/>
              <a:chExt cx="189628" cy="4456010"/>
            </a:xfrm>
          </p:grpSpPr>
          <p:grpSp>
            <p:nvGrpSpPr>
              <p:cNvPr id="939" name="Google Shape;939;p33"/>
              <p:cNvGrpSpPr/>
              <p:nvPr/>
            </p:nvGrpSpPr>
            <p:grpSpPr>
              <a:xfrm>
                <a:off x="5380497" y="3831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940" name="Google Shape;940;p33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941" name="Google Shape;941;p33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942" name="Google Shape;942;p33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943" name="Google Shape;943;p33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944" name="Google Shape;944;p33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945" name="Google Shape;945;p33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946" name="Google Shape;946;p33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947" name="Google Shape;947;p33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948" name="Google Shape;948;p33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949" name="Google Shape;949;p33"/>
              <p:cNvGrpSpPr/>
              <p:nvPr/>
            </p:nvGrpSpPr>
            <p:grpSpPr>
              <a:xfrm>
                <a:off x="5380497" y="16785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950" name="Google Shape;950;p33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951" name="Google Shape;951;p33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952" name="Google Shape;952;p33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953" name="Google Shape;953;p33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954" name="Google Shape;954;p33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955" name="Google Shape;955;p33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956" name="Google Shape;956;p33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957" name="Google Shape;957;p33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958" name="Google Shape;958;p33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959" name="Google Shape;959;p33"/>
              <p:cNvGrpSpPr/>
              <p:nvPr/>
            </p:nvGrpSpPr>
            <p:grpSpPr>
              <a:xfrm>
                <a:off x="5380497" y="29739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960" name="Google Shape;960;p33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961" name="Google Shape;961;p33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962" name="Google Shape;962;p33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963" name="Google Shape;963;p33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964" name="Google Shape;964;p33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965" name="Google Shape;965;p33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966" name="Google Shape;966;p33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967" name="Google Shape;967;p33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968" name="Google Shape;968;p33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969" name="Google Shape;969;p33"/>
              <p:cNvGrpSpPr/>
              <p:nvPr/>
            </p:nvGrpSpPr>
            <p:grpSpPr>
              <a:xfrm>
                <a:off x="5380497" y="4269300"/>
                <a:ext cx="189628" cy="569810"/>
                <a:chOff x="5380497" y="383100"/>
                <a:chExt cx="189628" cy="569810"/>
              </a:xfrm>
            </p:grpSpPr>
            <p:grpSp>
              <p:nvGrpSpPr>
                <p:cNvPr id="970" name="Google Shape;970;p33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971" name="Google Shape;971;p33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972" name="Google Shape;972;p33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973" name="Google Shape;973;p33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974" name="Google Shape;974;p33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975" name="Google Shape;975;p33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</p:grpSp>
      </p:grpSp>
      <p:sp>
        <p:nvSpPr>
          <p:cNvPr id="976" name="Google Shape;976;p33"/>
          <p:cNvSpPr txBox="1"/>
          <p:nvPr>
            <p:ph idx="1" type="body"/>
          </p:nvPr>
        </p:nvSpPr>
        <p:spPr>
          <a:xfrm rot="-199678">
            <a:off x="1297246" y="1801757"/>
            <a:ext cx="2123982" cy="2187983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77" name="Google Shape;977;p33"/>
          <p:cNvSpPr txBox="1"/>
          <p:nvPr>
            <p:ph type="title"/>
          </p:nvPr>
        </p:nvSpPr>
        <p:spPr>
          <a:xfrm rot="-197254">
            <a:off x="1212945" y="1184617"/>
            <a:ext cx="2123895" cy="49582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78" name="Google Shape;978;p33"/>
          <p:cNvSpPr txBox="1"/>
          <p:nvPr>
            <p:ph idx="2" type="title"/>
          </p:nvPr>
        </p:nvSpPr>
        <p:spPr>
          <a:xfrm>
            <a:off x="6254525" y="1962475"/>
            <a:ext cx="16362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b="0" sz="12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/>
        </p:txBody>
      </p:sp>
      <p:sp>
        <p:nvSpPr>
          <p:cNvPr id="979" name="Google Shape;979;p33"/>
          <p:cNvSpPr txBox="1"/>
          <p:nvPr>
            <p:ph idx="3" type="body"/>
          </p:nvPr>
        </p:nvSpPr>
        <p:spPr>
          <a:xfrm>
            <a:off x="6254350" y="2353130"/>
            <a:ext cx="1636200" cy="778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980" name="Google Shape;980;p33"/>
          <p:cNvSpPr txBox="1"/>
          <p:nvPr>
            <p:ph idx="4" type="title"/>
          </p:nvPr>
        </p:nvSpPr>
        <p:spPr>
          <a:xfrm>
            <a:off x="6254525" y="3292150"/>
            <a:ext cx="16362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b="0" sz="12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/>
        </p:txBody>
      </p:sp>
      <p:sp>
        <p:nvSpPr>
          <p:cNvPr id="981" name="Google Shape;981;p33"/>
          <p:cNvSpPr txBox="1"/>
          <p:nvPr>
            <p:ph idx="5" type="body"/>
          </p:nvPr>
        </p:nvSpPr>
        <p:spPr>
          <a:xfrm>
            <a:off x="6254350" y="3682816"/>
            <a:ext cx="1636200" cy="778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982" name="Google Shape;982;p33"/>
          <p:cNvSpPr txBox="1"/>
          <p:nvPr>
            <p:ph idx="6" type="title"/>
          </p:nvPr>
        </p:nvSpPr>
        <p:spPr>
          <a:xfrm>
            <a:off x="4844275" y="2277100"/>
            <a:ext cx="1363200" cy="43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9pPr>
          </a:lstStyle>
          <a:p/>
        </p:txBody>
      </p:sp>
      <p:sp>
        <p:nvSpPr>
          <p:cNvPr id="983" name="Google Shape;983;p33"/>
          <p:cNvSpPr txBox="1"/>
          <p:nvPr>
            <p:ph idx="7" type="subTitle"/>
          </p:nvPr>
        </p:nvSpPr>
        <p:spPr>
          <a:xfrm>
            <a:off x="4844325" y="2702150"/>
            <a:ext cx="1363200" cy="2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spcBef>
                <a:spcPts val="800"/>
              </a:spcBef>
              <a:spcAft>
                <a:spcPts val="8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984" name="Google Shape;984;p33"/>
          <p:cNvSpPr txBox="1"/>
          <p:nvPr>
            <p:ph idx="8" type="title"/>
          </p:nvPr>
        </p:nvSpPr>
        <p:spPr>
          <a:xfrm>
            <a:off x="4844275" y="3581862"/>
            <a:ext cx="1363200" cy="43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9pPr>
          </a:lstStyle>
          <a:p/>
        </p:txBody>
      </p:sp>
      <p:sp>
        <p:nvSpPr>
          <p:cNvPr id="985" name="Google Shape;985;p33"/>
          <p:cNvSpPr txBox="1"/>
          <p:nvPr>
            <p:ph idx="9" type="subTitle"/>
          </p:nvPr>
        </p:nvSpPr>
        <p:spPr>
          <a:xfrm>
            <a:off x="4844325" y="4006913"/>
            <a:ext cx="1363200" cy="2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spcBef>
                <a:spcPts val="800"/>
              </a:spcBef>
              <a:spcAft>
                <a:spcPts val="8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986" name="Google Shape;986;p33"/>
          <p:cNvSpPr txBox="1"/>
          <p:nvPr>
            <p:ph idx="13" type="body"/>
          </p:nvPr>
        </p:nvSpPr>
        <p:spPr>
          <a:xfrm>
            <a:off x="4831275" y="508775"/>
            <a:ext cx="3005100" cy="12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arterly Goal">
  <p:cSld name="CUSTOM_1_1_3_1_2"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8" name="Google Shape;988;p34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989" name="Google Shape;989;p34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90" name="Google Shape;990;p34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91" name="Google Shape;991;p34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92" name="Google Shape;992;p34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93" name="Google Shape;993;p34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94" name="Google Shape;994;p34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95" name="Google Shape;995;p34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96" name="Google Shape;996;p34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97" name="Google Shape;997;p34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998" name="Google Shape;998;p34"/>
          <p:cNvSpPr txBox="1"/>
          <p:nvPr>
            <p:ph idx="1" type="subTitle"/>
          </p:nvPr>
        </p:nvSpPr>
        <p:spPr>
          <a:xfrm>
            <a:off x="3063300" y="413950"/>
            <a:ext cx="2445000" cy="91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9" name="Google Shape;999;p34"/>
          <p:cNvSpPr txBox="1"/>
          <p:nvPr>
            <p:ph type="title"/>
          </p:nvPr>
        </p:nvSpPr>
        <p:spPr>
          <a:xfrm>
            <a:off x="513300" y="419950"/>
            <a:ext cx="26415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1000" name="Google Shape;1000;p34"/>
          <p:cNvSpPr txBox="1"/>
          <p:nvPr>
            <p:ph idx="2" type="title"/>
          </p:nvPr>
        </p:nvSpPr>
        <p:spPr>
          <a:xfrm>
            <a:off x="1060026" y="1816375"/>
            <a:ext cx="2181900" cy="23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001" name="Google Shape;1001;p34"/>
          <p:cNvSpPr txBox="1"/>
          <p:nvPr>
            <p:ph idx="3" type="body"/>
          </p:nvPr>
        </p:nvSpPr>
        <p:spPr>
          <a:xfrm>
            <a:off x="1059900" y="2124925"/>
            <a:ext cx="2181900" cy="3633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002" name="Google Shape;1002;p34"/>
          <p:cNvSpPr txBox="1"/>
          <p:nvPr>
            <p:ph idx="4" type="title"/>
          </p:nvPr>
        </p:nvSpPr>
        <p:spPr>
          <a:xfrm rot="132356">
            <a:off x="955546" y="2826529"/>
            <a:ext cx="2182317" cy="236571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003" name="Google Shape;1003;p34"/>
          <p:cNvSpPr txBox="1"/>
          <p:nvPr>
            <p:ph idx="5" type="body"/>
          </p:nvPr>
        </p:nvSpPr>
        <p:spPr>
          <a:xfrm rot="132356">
            <a:off x="941064" y="3134798"/>
            <a:ext cx="2182317" cy="363274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004" name="Google Shape;1004;p34"/>
          <p:cNvSpPr txBox="1"/>
          <p:nvPr>
            <p:ph idx="6" type="title"/>
          </p:nvPr>
        </p:nvSpPr>
        <p:spPr>
          <a:xfrm>
            <a:off x="980676" y="3873125"/>
            <a:ext cx="2181900" cy="23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005" name="Google Shape;1005;p34"/>
          <p:cNvSpPr txBox="1"/>
          <p:nvPr>
            <p:ph idx="7" type="body"/>
          </p:nvPr>
        </p:nvSpPr>
        <p:spPr>
          <a:xfrm>
            <a:off x="980550" y="4181675"/>
            <a:ext cx="2181900" cy="3633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006" name="Google Shape;1006;p34"/>
          <p:cNvSpPr txBox="1"/>
          <p:nvPr>
            <p:ph idx="8" type="title"/>
          </p:nvPr>
        </p:nvSpPr>
        <p:spPr>
          <a:xfrm rot="126099">
            <a:off x="4508764" y="2120094"/>
            <a:ext cx="1766989" cy="23626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007" name="Google Shape;1007;p34"/>
          <p:cNvSpPr txBox="1"/>
          <p:nvPr>
            <p:ph idx="9" type="body"/>
          </p:nvPr>
        </p:nvSpPr>
        <p:spPr>
          <a:xfrm rot="125772">
            <a:off x="4492678" y="2428187"/>
            <a:ext cx="1763380" cy="499236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008" name="Google Shape;1008;p34"/>
          <p:cNvSpPr txBox="1"/>
          <p:nvPr>
            <p:ph idx="13" type="title"/>
          </p:nvPr>
        </p:nvSpPr>
        <p:spPr>
          <a:xfrm>
            <a:off x="7140350" y="2580150"/>
            <a:ext cx="1377000" cy="39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009" name="Google Shape;1009;p34"/>
          <p:cNvSpPr txBox="1"/>
          <p:nvPr>
            <p:ph idx="14" type="body"/>
          </p:nvPr>
        </p:nvSpPr>
        <p:spPr>
          <a:xfrm>
            <a:off x="7142825" y="3047175"/>
            <a:ext cx="1377000" cy="827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010" name="Google Shape;1010;p34"/>
          <p:cNvSpPr txBox="1"/>
          <p:nvPr>
            <p:ph idx="15" type="title"/>
          </p:nvPr>
        </p:nvSpPr>
        <p:spPr>
          <a:xfrm>
            <a:off x="4505150" y="3400100"/>
            <a:ext cx="1725000" cy="23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011" name="Google Shape;1011;p34"/>
          <p:cNvSpPr txBox="1"/>
          <p:nvPr>
            <p:ph idx="16" type="body"/>
          </p:nvPr>
        </p:nvSpPr>
        <p:spPr>
          <a:xfrm>
            <a:off x="4505025" y="3708650"/>
            <a:ext cx="1725000" cy="5271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ackground Title">
  <p:cSld name="CUSTOM_1_1_1_1_1_2">
    <p:bg>
      <p:bgPr>
        <a:solidFill>
          <a:schemeClr val="accent3"/>
        </a:solidFill>
      </p:bgPr>
    </p:bg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35"/>
          <p:cNvSpPr/>
          <p:nvPr/>
        </p:nvSpPr>
        <p:spPr>
          <a:xfrm rot="10800000">
            <a:off x="7960900" y="-13950"/>
            <a:ext cx="1192200" cy="11982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14" name="Google Shape;1014;p35"/>
          <p:cNvSpPr/>
          <p:nvPr/>
        </p:nvSpPr>
        <p:spPr>
          <a:xfrm>
            <a:off x="7735575" y="-10150"/>
            <a:ext cx="1428750" cy="1320800"/>
          </a:xfrm>
          <a:custGeom>
            <a:rect b="b" l="l" r="r" t="t"/>
            <a:pathLst>
              <a:path extrusionOk="0" h="52832" w="57150">
                <a:moveTo>
                  <a:pt x="4572" y="0"/>
                </a:moveTo>
                <a:lnTo>
                  <a:pt x="0" y="51308"/>
                </a:lnTo>
                <a:lnTo>
                  <a:pt x="57150" y="52832"/>
                </a:lnTo>
                <a:lnTo>
                  <a:pt x="57150" y="47752"/>
                </a:lnTo>
                <a:lnTo>
                  <a:pt x="914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1015" name="Google Shape;1015;p35"/>
          <p:cNvSpPr txBox="1"/>
          <p:nvPr>
            <p:ph type="title"/>
          </p:nvPr>
        </p:nvSpPr>
        <p:spPr>
          <a:xfrm>
            <a:off x="508875" y="1998400"/>
            <a:ext cx="6149700" cy="18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0" sz="6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9pPr>
          </a:lstStyle>
          <a:p/>
        </p:txBody>
      </p:sp>
      <p:sp>
        <p:nvSpPr>
          <p:cNvPr id="1016" name="Google Shape;1016;p35"/>
          <p:cNvSpPr txBox="1"/>
          <p:nvPr>
            <p:ph idx="1" type="body"/>
          </p:nvPr>
        </p:nvSpPr>
        <p:spPr>
          <a:xfrm>
            <a:off x="508950" y="3845575"/>
            <a:ext cx="4499700" cy="86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017" name="Google Shape;1017;p35"/>
          <p:cNvSpPr txBox="1"/>
          <p:nvPr>
            <p:ph idx="2" type="subTitle"/>
          </p:nvPr>
        </p:nvSpPr>
        <p:spPr>
          <a:xfrm rot="-252596">
            <a:off x="5199023" y="3875031"/>
            <a:ext cx="1487514" cy="689167"/>
          </a:xfrm>
          <a:prstGeom prst="rect">
            <a:avLst/>
          </a:prstGeom>
        </p:spPr>
        <p:txBody>
          <a:bodyPr anchorCtr="0" anchor="ctr" bIns="91425" lIns="182875" spcFirstLastPara="1" rIns="18287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1pPr>
            <a:lvl2pPr lvl="1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2pPr>
            <a:lvl3pPr lvl="2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3pPr>
            <a:lvl4pPr lvl="3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4pPr>
            <a:lvl5pPr lvl="4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5pPr>
            <a:lvl6pPr lvl="5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6pPr>
            <a:lvl7pPr lvl="6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7pPr>
            <a:lvl8pPr lvl="7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8pPr>
            <a:lvl9pPr lvl="8" algn="ctr">
              <a:spcBef>
                <a:spcPts val="800"/>
              </a:spcBef>
              <a:spcAft>
                <a:spcPts val="800"/>
              </a:spcAft>
              <a:buSzPts val="1000"/>
              <a:buNone/>
              <a:defRPr b="1" sz="10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Notes with dark background">
  <p:cSld name="CUSTOM_1_1_1_4">
    <p:bg>
      <p:bgPr>
        <a:solidFill>
          <a:schemeClr val="lt1"/>
        </a:solidFill>
      </p:bgPr>
    </p:bg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36"/>
          <p:cNvSpPr/>
          <p:nvPr/>
        </p:nvSpPr>
        <p:spPr>
          <a:xfrm>
            <a:off x="8352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20" name="Google Shape;1020;p36"/>
          <p:cNvSpPr/>
          <p:nvPr/>
        </p:nvSpPr>
        <p:spPr>
          <a:xfrm>
            <a:off x="32736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21" name="Google Shape;1021;p36"/>
          <p:cNvSpPr/>
          <p:nvPr/>
        </p:nvSpPr>
        <p:spPr>
          <a:xfrm>
            <a:off x="57120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22" name="Google Shape;1022;p36"/>
          <p:cNvSpPr/>
          <p:nvPr/>
        </p:nvSpPr>
        <p:spPr>
          <a:xfrm>
            <a:off x="81504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1023" name="Google Shape;1023;p36"/>
          <p:cNvCxnSpPr/>
          <p:nvPr/>
        </p:nvCxnSpPr>
        <p:spPr>
          <a:xfrm>
            <a:off x="0" y="4571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4" name="Google Shape;1024;p36"/>
          <p:cNvCxnSpPr/>
          <p:nvPr/>
        </p:nvCxnSpPr>
        <p:spPr>
          <a:xfrm>
            <a:off x="0" y="5247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5" name="Google Shape;1025;p36"/>
          <p:cNvSpPr txBox="1"/>
          <p:nvPr>
            <p:ph type="title"/>
          </p:nvPr>
        </p:nvSpPr>
        <p:spPr>
          <a:xfrm>
            <a:off x="2563250" y="1900525"/>
            <a:ext cx="1767000" cy="11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1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26" name="Google Shape;1026;p36"/>
          <p:cNvSpPr txBox="1"/>
          <p:nvPr>
            <p:ph idx="2" type="title"/>
          </p:nvPr>
        </p:nvSpPr>
        <p:spPr>
          <a:xfrm rot="-261567">
            <a:off x="710939" y="1685986"/>
            <a:ext cx="1847044" cy="1173986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27" name="Google Shape;1027;p36"/>
          <p:cNvSpPr txBox="1"/>
          <p:nvPr>
            <p:ph idx="3" type="title"/>
          </p:nvPr>
        </p:nvSpPr>
        <p:spPr>
          <a:xfrm rot="520">
            <a:off x="4330173" y="1683025"/>
            <a:ext cx="1981500" cy="1310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28" name="Google Shape;1028;p36"/>
          <p:cNvSpPr txBox="1"/>
          <p:nvPr>
            <p:ph idx="4" type="title"/>
          </p:nvPr>
        </p:nvSpPr>
        <p:spPr>
          <a:xfrm rot="158281">
            <a:off x="6392594" y="1886282"/>
            <a:ext cx="1981500" cy="1310588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29" name="Google Shape;1029;p36"/>
          <p:cNvSpPr txBox="1"/>
          <p:nvPr>
            <p:ph idx="5" type="title"/>
          </p:nvPr>
        </p:nvSpPr>
        <p:spPr>
          <a:xfrm rot="-204021">
            <a:off x="3560217" y="3689616"/>
            <a:ext cx="1608432" cy="681005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Subtitle - Alt 1">
  <p:cSld name="CUSTOM_1_1_3_1_3"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1" name="Google Shape;1031;p37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1032" name="Google Shape;1032;p37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33" name="Google Shape;1033;p37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34" name="Google Shape;1034;p37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35" name="Google Shape;1035;p37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36" name="Google Shape;1036;p37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37" name="Google Shape;1037;p37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38" name="Google Shape;1038;p37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39" name="Google Shape;1039;p37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40" name="Google Shape;1040;p37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1041" name="Google Shape;1041;p37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42" name="Google Shape;1042;p37"/>
          <p:cNvGrpSpPr/>
          <p:nvPr/>
        </p:nvGrpSpPr>
        <p:grpSpPr>
          <a:xfrm>
            <a:off x="114421" y="175123"/>
            <a:ext cx="134104" cy="4750255"/>
            <a:chOff x="114421" y="175123"/>
            <a:chExt cx="134104" cy="4750255"/>
          </a:xfrm>
        </p:grpSpPr>
        <p:grpSp>
          <p:nvGrpSpPr>
            <p:cNvPr id="1043" name="Google Shape;1043;p37"/>
            <p:cNvGrpSpPr/>
            <p:nvPr/>
          </p:nvGrpSpPr>
          <p:grpSpPr>
            <a:xfrm>
              <a:off x="114421" y="175123"/>
              <a:ext cx="134104" cy="4334807"/>
              <a:chOff x="5432271" y="383100"/>
              <a:chExt cx="137854" cy="4456010"/>
            </a:xfrm>
          </p:grpSpPr>
          <p:grpSp>
            <p:nvGrpSpPr>
              <p:cNvPr id="1044" name="Google Shape;1044;p37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1045" name="Google Shape;1045;p37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046" name="Google Shape;1046;p37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047" name="Google Shape;1047;p37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048" name="Google Shape;1048;p37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1049" name="Google Shape;1049;p37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050" name="Google Shape;1050;p37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051" name="Google Shape;1051;p37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052" name="Google Shape;1052;p37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1053" name="Google Shape;1053;p37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054" name="Google Shape;1054;p37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055" name="Google Shape;1055;p37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056" name="Google Shape;1056;p37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1057" name="Google Shape;1057;p37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058" name="Google Shape;1058;p37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1059" name="Google Shape;1059;p37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1060" name="Google Shape;1060;p37"/>
          <p:cNvSpPr txBox="1"/>
          <p:nvPr>
            <p:ph idx="1" type="subTitle"/>
          </p:nvPr>
        </p:nvSpPr>
        <p:spPr>
          <a:xfrm>
            <a:off x="3063300" y="413950"/>
            <a:ext cx="2445000" cy="91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1" name="Google Shape;1061;p37"/>
          <p:cNvSpPr txBox="1"/>
          <p:nvPr>
            <p:ph type="title"/>
          </p:nvPr>
        </p:nvSpPr>
        <p:spPr>
          <a:xfrm>
            <a:off x="513300" y="419950"/>
            <a:ext cx="26415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2" name="Google Shape;1062;p37"/>
          <p:cNvSpPr txBox="1"/>
          <p:nvPr>
            <p:ph idx="2" type="subTitle"/>
          </p:nvPr>
        </p:nvSpPr>
        <p:spPr>
          <a:xfrm>
            <a:off x="1541800" y="1729550"/>
            <a:ext cx="786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1063" name="Google Shape;1063;p37"/>
          <p:cNvSpPr txBox="1"/>
          <p:nvPr>
            <p:ph idx="3" type="subTitle"/>
          </p:nvPr>
        </p:nvSpPr>
        <p:spPr>
          <a:xfrm>
            <a:off x="3423025" y="1729550"/>
            <a:ext cx="786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1064" name="Google Shape;1064;p37"/>
          <p:cNvSpPr txBox="1"/>
          <p:nvPr>
            <p:ph idx="4" type="subTitle"/>
          </p:nvPr>
        </p:nvSpPr>
        <p:spPr>
          <a:xfrm>
            <a:off x="5307725" y="1729550"/>
            <a:ext cx="786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1065" name="Google Shape;1065;p37"/>
          <p:cNvSpPr txBox="1"/>
          <p:nvPr>
            <p:ph idx="5" type="subTitle"/>
          </p:nvPr>
        </p:nvSpPr>
        <p:spPr>
          <a:xfrm>
            <a:off x="7170900" y="1729575"/>
            <a:ext cx="786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1066" name="Google Shape;1066;p37"/>
          <p:cNvSpPr txBox="1"/>
          <p:nvPr>
            <p:ph idx="6" type="body"/>
          </p:nvPr>
        </p:nvSpPr>
        <p:spPr>
          <a:xfrm>
            <a:off x="1304475" y="3171988"/>
            <a:ext cx="13716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067" name="Google Shape;1067;p37"/>
          <p:cNvSpPr txBox="1"/>
          <p:nvPr>
            <p:ph idx="7" type="body"/>
          </p:nvPr>
        </p:nvSpPr>
        <p:spPr>
          <a:xfrm>
            <a:off x="3130375" y="3171988"/>
            <a:ext cx="13716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068" name="Google Shape;1068;p37"/>
          <p:cNvSpPr txBox="1"/>
          <p:nvPr>
            <p:ph idx="8" type="body"/>
          </p:nvPr>
        </p:nvSpPr>
        <p:spPr>
          <a:xfrm>
            <a:off x="4980275" y="3171988"/>
            <a:ext cx="13716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069" name="Google Shape;1069;p37"/>
          <p:cNvSpPr txBox="1"/>
          <p:nvPr>
            <p:ph idx="9" type="body"/>
          </p:nvPr>
        </p:nvSpPr>
        <p:spPr>
          <a:xfrm>
            <a:off x="6878250" y="3171988"/>
            <a:ext cx="13716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3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72" name="Google Shape;1072;p3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3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77" name="Google Shape;1077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80" name="Google Shape;1080;p4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81" name="Google Shape;1081;p4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p4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86" name="Google Shape;1086;p4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p4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p4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91" name="Google Shape;1091;p4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92" name="Google Shape;1092;p4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4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4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097" name="Google Shape;1097;p4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p49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01" name="Google Shape;1101;p49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02" name="Google Shape;1102;p49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03" name="Google Shape;1103;p49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04" name="Google Shape;1104;p49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05" name="Google Shape;1105;p49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06" name="Google Shape;1106;p49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09" name="Google Shape;1109;p50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10" name="Google Shape;1110;p50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5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13" name="Google Shape;1113;p51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14" name="Google Shape;1114;p51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15" name="Google Shape;1115;p51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16" name="Google Shape;1116;p51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52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19" name="Google Shape;1119;p52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20" name="Google Shape;1120;p5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21" name="Google Shape;1121;p52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22" name="Google Shape;1122;p52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23" name="Google Shape;1123;p52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24" name="Google Shape;1124;p52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27" name="Google Shape;1127;p53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p54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30" name="Google Shape;1130;p54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131" name="Google Shape;1131;p54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132" name="Google Shape;1132;p54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33" name="Google Shape;1133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34" name="Google Shape;1134;p54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35" name="Google Shape;1135;p54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55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38" name="Google Shape;1138;p55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139" name="Google Shape;1139;p55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140" name="Google Shape;1140;p55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41" name="Google Shape;1141;p55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142" name="Google Shape;1142;p55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43" name="Google Shape;1143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44" name="Google Shape;1144;p55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45" name="Google Shape;1145;p55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46" name="Google Shape;1146;p55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1147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p56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p57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151" name="Google Shape;1151;p57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152" name="Google Shape;1152;p57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153" name="Google Shape;1153;p57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154" name="Google Shape;1154;p57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155" name="Google Shape;1155;p57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156" name="Google Shape;1156;p57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57" name="Google Shape;1157;p57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158" name="Google Shape;1158;p57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159" name="Google Shape;1159;p57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2.xml"/><Relationship Id="rId20" Type="http://schemas.openxmlformats.org/officeDocument/2006/relationships/slideLayout" Target="../slideLayouts/slideLayout32.xml"/><Relationship Id="rId42" Type="http://schemas.openxmlformats.org/officeDocument/2006/relationships/slideLayout" Target="../slideLayouts/slideLayout54.xml"/><Relationship Id="rId41" Type="http://schemas.openxmlformats.org/officeDocument/2006/relationships/slideLayout" Target="../slideLayouts/slideLayout53.xml"/><Relationship Id="rId22" Type="http://schemas.openxmlformats.org/officeDocument/2006/relationships/slideLayout" Target="../slideLayouts/slideLayout34.xml"/><Relationship Id="rId44" Type="http://schemas.openxmlformats.org/officeDocument/2006/relationships/theme" Target="../theme/theme2.xml"/><Relationship Id="rId21" Type="http://schemas.openxmlformats.org/officeDocument/2006/relationships/slideLayout" Target="../slideLayouts/slideLayout33.xml"/><Relationship Id="rId43" Type="http://schemas.openxmlformats.org/officeDocument/2006/relationships/slideLayout" Target="../slideLayouts/slideLayout55.xml"/><Relationship Id="rId24" Type="http://schemas.openxmlformats.org/officeDocument/2006/relationships/slideLayout" Target="../slideLayouts/slideLayout36.xml"/><Relationship Id="rId23" Type="http://schemas.openxmlformats.org/officeDocument/2006/relationships/slideLayout" Target="../slideLayouts/slideLayout35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26" Type="http://schemas.openxmlformats.org/officeDocument/2006/relationships/slideLayout" Target="../slideLayouts/slideLayout38.xml"/><Relationship Id="rId25" Type="http://schemas.openxmlformats.org/officeDocument/2006/relationships/slideLayout" Target="../slideLayouts/slideLayout37.xml"/><Relationship Id="rId28" Type="http://schemas.openxmlformats.org/officeDocument/2006/relationships/slideLayout" Target="../slideLayouts/slideLayout40.xml"/><Relationship Id="rId27" Type="http://schemas.openxmlformats.org/officeDocument/2006/relationships/slideLayout" Target="../slideLayouts/slideLayout39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29" Type="http://schemas.openxmlformats.org/officeDocument/2006/relationships/slideLayout" Target="../slideLayouts/slideLayout41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31" Type="http://schemas.openxmlformats.org/officeDocument/2006/relationships/slideLayout" Target="../slideLayouts/slideLayout43.xml"/><Relationship Id="rId30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23.xml"/><Relationship Id="rId33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22.xml"/><Relationship Id="rId32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25.xml"/><Relationship Id="rId35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24.xml"/><Relationship Id="rId34" Type="http://schemas.openxmlformats.org/officeDocument/2006/relationships/slideLayout" Target="../slideLayouts/slideLayout46.xml"/><Relationship Id="rId15" Type="http://schemas.openxmlformats.org/officeDocument/2006/relationships/slideLayout" Target="../slideLayouts/slideLayout27.xml"/><Relationship Id="rId37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26.xml"/><Relationship Id="rId36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29.xml"/><Relationship Id="rId39" Type="http://schemas.openxmlformats.org/officeDocument/2006/relationships/slideLayout" Target="../slideLayouts/slideLayout51.xml"/><Relationship Id="rId16" Type="http://schemas.openxmlformats.org/officeDocument/2006/relationships/slideLayout" Target="../slideLayouts/slideLayout28.xml"/><Relationship Id="rId38" Type="http://schemas.openxmlformats.org/officeDocument/2006/relationships/slideLayout" Target="../slideLayouts/slideLayout50.xml"/><Relationship Id="rId19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4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●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○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■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●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○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■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●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○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Manrope"/>
              <a:buChar char="■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51" name="Google Shape;151;p14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1"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7" r:id="rId28"/>
    <p:sldLayoutId id="2147483688" r:id="rId29"/>
    <p:sldLayoutId id="2147483689" r:id="rId30"/>
    <p:sldLayoutId id="2147483690" r:id="rId31"/>
    <p:sldLayoutId id="2147483691" r:id="rId32"/>
    <p:sldLayoutId id="2147483692" r:id="rId33"/>
    <p:sldLayoutId id="2147483693" r:id="rId34"/>
    <p:sldLayoutId id="2147483694" r:id="rId35"/>
    <p:sldLayoutId id="2147483695" r:id="rId36"/>
    <p:sldLayoutId id="2147483696" r:id="rId37"/>
    <p:sldLayoutId id="2147483697" r:id="rId38"/>
    <p:sldLayoutId id="2147483698" r:id="rId39"/>
    <p:sldLayoutId id="2147483699" r:id="rId40"/>
    <p:sldLayoutId id="2147483700" r:id="rId41"/>
    <p:sldLayoutId id="2147483701" r:id="rId42"/>
    <p:sldLayoutId id="2147483702" r:id="rId4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p58"/>
          <p:cNvSpPr txBox="1"/>
          <p:nvPr>
            <p:ph type="title"/>
          </p:nvPr>
        </p:nvSpPr>
        <p:spPr>
          <a:xfrm>
            <a:off x="1081850" y="1719900"/>
            <a:ext cx="6984900" cy="169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 sz="4300"/>
              <a:t>Computer Vision &amp; Pretrained Models p.2</a:t>
            </a:r>
            <a:endParaRPr/>
          </a:p>
        </p:txBody>
      </p:sp>
      <p:sp>
        <p:nvSpPr>
          <p:cNvPr id="1165" name="Google Shape;1165;p58"/>
          <p:cNvSpPr txBox="1"/>
          <p:nvPr>
            <p:ph idx="2" type="title"/>
          </p:nvPr>
        </p:nvSpPr>
        <p:spPr>
          <a:xfrm rot="-53728">
            <a:off x="5546896" y="3228550"/>
            <a:ext cx="940615" cy="338743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14 Aug</a:t>
            </a:r>
            <a:endParaRPr/>
          </a:p>
        </p:txBody>
      </p:sp>
      <p:sp>
        <p:nvSpPr>
          <p:cNvPr id="1166" name="Google Shape;1166;p58"/>
          <p:cNvSpPr txBox="1"/>
          <p:nvPr>
            <p:ph idx="3" type="title"/>
          </p:nvPr>
        </p:nvSpPr>
        <p:spPr>
          <a:xfrm rot="-555761">
            <a:off x="6594632" y="3130269"/>
            <a:ext cx="1047458" cy="301246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1167" name="Google Shape;1167;p58"/>
          <p:cNvSpPr txBox="1"/>
          <p:nvPr>
            <p:ph idx="4" type="subTitle"/>
          </p:nvPr>
        </p:nvSpPr>
        <p:spPr>
          <a:xfrm rot="-503039">
            <a:off x="2206578" y="1204399"/>
            <a:ext cx="2211838" cy="438184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latin typeface="Manrope ExtraBold"/>
                <a:ea typeface="Manrope ExtraBold"/>
                <a:cs typeface="Manrope ExtraBold"/>
                <a:sym typeface="Manrope ExtraBold"/>
              </a:rPr>
              <a:t>AI Summer Training Course - Level 2</a:t>
            </a:r>
            <a:endParaRPr sz="1200"/>
          </a:p>
        </p:txBody>
      </p:sp>
      <p:sp>
        <p:nvSpPr>
          <p:cNvPr id="1168" name="Google Shape;1168;p58"/>
          <p:cNvSpPr txBox="1"/>
          <p:nvPr/>
        </p:nvSpPr>
        <p:spPr>
          <a:xfrm>
            <a:off x="2655375" y="4450175"/>
            <a:ext cx="3615000" cy="465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31313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Presented to you by: Mahmoud Sayed</a:t>
            </a:r>
            <a:endParaRPr sz="1000">
              <a:solidFill>
                <a:srgbClr val="131313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31313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AI and Machine Learning Track</a:t>
            </a:r>
            <a:endParaRPr sz="1000">
              <a:solidFill>
                <a:srgbClr val="131313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pic>
        <p:nvPicPr>
          <p:cNvPr id="1169" name="Google Shape;1169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978700"/>
            <a:ext cx="1732925" cy="116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p59"/>
          <p:cNvSpPr txBox="1"/>
          <p:nvPr>
            <p:ph idx="1" type="body"/>
          </p:nvPr>
        </p:nvSpPr>
        <p:spPr>
          <a:xfrm>
            <a:off x="925650" y="1204025"/>
            <a:ext cx="6815400" cy="36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27777"/>
              <a:buFont typeface="Arial"/>
              <a:buNone/>
            </a:pPr>
            <a:r>
              <a:rPr lang="en" sz="1800">
                <a:solidFill>
                  <a:schemeClr val="accent4"/>
                </a:solidFill>
              </a:rPr>
              <a:t>01.</a:t>
            </a:r>
            <a:r>
              <a:rPr lang="en" sz="1800"/>
              <a:t>  Quick review of neural network concepts </a:t>
            </a:r>
            <a:endParaRPr sz="1800"/>
          </a:p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27777"/>
              <a:buFont typeface="Arial"/>
              <a:buNone/>
            </a:pPr>
            <a:r>
              <a:rPr lang="en" sz="1800">
                <a:solidFill>
                  <a:schemeClr val="accent4"/>
                </a:solidFill>
              </a:rPr>
              <a:t>02.</a:t>
            </a:r>
            <a:r>
              <a:rPr lang="en" sz="1800">
                <a:solidFill>
                  <a:schemeClr val="dk2"/>
                </a:solidFill>
              </a:rPr>
              <a:t> </a:t>
            </a:r>
            <a:r>
              <a:rPr lang="en" sz="1800"/>
              <a:t>Common Computer Vision Tasks</a:t>
            </a:r>
            <a:endParaRPr sz="1800"/>
          </a:p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27777"/>
              <a:buFont typeface="Arial"/>
              <a:buNone/>
            </a:pPr>
            <a:r>
              <a:rPr lang="en" sz="1800">
                <a:solidFill>
                  <a:schemeClr val="accent4"/>
                </a:solidFill>
              </a:rPr>
              <a:t>03.</a:t>
            </a:r>
            <a:r>
              <a:rPr lang="en" sz="1800">
                <a:solidFill>
                  <a:schemeClr val="dk2"/>
                </a:solidFill>
              </a:rPr>
              <a:t> </a:t>
            </a:r>
            <a:r>
              <a:rPr lang="en" sz="1800"/>
              <a:t>CNN architectures, Convolution layers and filters</a:t>
            </a:r>
            <a:endParaRPr sz="1800"/>
          </a:p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27777"/>
              <a:buFont typeface="Arial"/>
              <a:buNone/>
            </a:pPr>
            <a:r>
              <a:rPr lang="en" sz="1800">
                <a:solidFill>
                  <a:schemeClr val="accent4"/>
                </a:solidFill>
              </a:rPr>
              <a:t>04.</a:t>
            </a:r>
            <a:r>
              <a:rPr lang="en" sz="1800">
                <a:solidFill>
                  <a:schemeClr val="dk2"/>
                </a:solidFill>
              </a:rPr>
              <a:t> </a:t>
            </a:r>
            <a:r>
              <a:rPr lang="en" sz="1800"/>
              <a:t>Image preprocessing and augmentation</a:t>
            </a:r>
            <a:endParaRPr sz="1800"/>
          </a:p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27777"/>
              <a:buFont typeface="Arial"/>
              <a:buNone/>
            </a:pPr>
            <a:r>
              <a:rPr lang="en" sz="1800">
                <a:solidFill>
                  <a:schemeClr val="accent4"/>
                </a:solidFill>
              </a:rPr>
              <a:t>05.</a:t>
            </a:r>
            <a:r>
              <a:rPr lang="en" sz="1800">
                <a:solidFill>
                  <a:schemeClr val="dk2"/>
                </a:solidFill>
              </a:rPr>
              <a:t> </a:t>
            </a:r>
            <a:r>
              <a:rPr lang="en" sz="1800"/>
              <a:t>Training, validation and evaluation for image classification</a:t>
            </a:r>
            <a:endParaRPr sz="1800"/>
          </a:p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27777"/>
              <a:buFont typeface="Arial"/>
              <a:buNone/>
            </a:pPr>
            <a:r>
              <a:rPr lang="en" sz="1800">
                <a:solidFill>
                  <a:schemeClr val="accent4"/>
                </a:solidFill>
              </a:rPr>
              <a:t>06.</a:t>
            </a:r>
            <a:r>
              <a:rPr lang="en" sz="1800"/>
              <a:t> Why pretrained models are used in real computer vision projects</a:t>
            </a:r>
            <a:endParaRPr sz="1800"/>
          </a:p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27777"/>
              <a:buFont typeface="Arial"/>
              <a:buNone/>
            </a:pPr>
            <a:r>
              <a:rPr lang="en" sz="1800">
                <a:solidFill>
                  <a:schemeClr val="accent4"/>
                </a:solidFill>
              </a:rPr>
              <a:t>07.</a:t>
            </a:r>
            <a:r>
              <a:rPr lang="en" sz="1800">
                <a:solidFill>
                  <a:schemeClr val="dk2"/>
                </a:solidFill>
              </a:rPr>
              <a:t> </a:t>
            </a:r>
            <a:r>
              <a:rPr lang="en" sz="1800"/>
              <a:t>Transfer learning workflow and freezing and unfreezing layers</a:t>
            </a:r>
            <a:endParaRPr sz="1800"/>
          </a:p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27777"/>
              <a:buFont typeface="Arial"/>
              <a:buNone/>
            </a:pPr>
            <a:r>
              <a:rPr lang="en" sz="1800">
                <a:solidFill>
                  <a:schemeClr val="accent4"/>
                </a:solidFill>
              </a:rPr>
              <a:t>08.</a:t>
            </a:r>
            <a:r>
              <a:rPr lang="en" sz="1800"/>
              <a:t> Common pretrained model families</a:t>
            </a:r>
            <a:endParaRPr sz="1800"/>
          </a:p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27777"/>
              <a:buFont typeface="Arial"/>
              <a:buNone/>
            </a:pPr>
            <a:r>
              <a:rPr lang="en" sz="1800">
                <a:solidFill>
                  <a:schemeClr val="accent4"/>
                </a:solidFill>
              </a:rPr>
              <a:t>09.</a:t>
            </a:r>
            <a:r>
              <a:rPr lang="en" sz="1800">
                <a:solidFill>
                  <a:schemeClr val="dk2"/>
                </a:solidFill>
              </a:rPr>
              <a:t> </a:t>
            </a:r>
            <a:r>
              <a:rPr lang="en" sz="1800"/>
              <a:t>Saving and reusing trained models</a:t>
            </a:r>
            <a:endParaRPr sz="1800"/>
          </a:p>
        </p:txBody>
      </p:sp>
      <p:sp>
        <p:nvSpPr>
          <p:cNvPr id="1175" name="Google Shape;1175;p59"/>
          <p:cNvSpPr txBox="1"/>
          <p:nvPr>
            <p:ph type="title"/>
          </p:nvPr>
        </p:nvSpPr>
        <p:spPr>
          <a:xfrm rot="-289246">
            <a:off x="586367" y="462555"/>
            <a:ext cx="2873666" cy="569601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/>
              <a:t>Course Content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p60"/>
          <p:cNvSpPr txBox="1"/>
          <p:nvPr>
            <p:ph type="title"/>
          </p:nvPr>
        </p:nvSpPr>
        <p:spPr>
          <a:xfrm>
            <a:off x="508875" y="874875"/>
            <a:ext cx="58437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"/>
              <a:t>Softmax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1181" name="Google Shape;1181;p60"/>
          <p:cNvSpPr txBox="1"/>
          <p:nvPr>
            <p:ph idx="1" type="body"/>
          </p:nvPr>
        </p:nvSpPr>
        <p:spPr>
          <a:xfrm>
            <a:off x="508875" y="1539275"/>
            <a:ext cx="7566600" cy="35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Neural Networks output Logits [float values] in the final layer, not probabilities</a:t>
            </a:r>
            <a:endParaRPr sz="1600"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The most probable class will have a higher value than the rest</a:t>
            </a:r>
            <a:endParaRPr sz="1600"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We won’t to convert these logits into probabilities</a:t>
            </a:r>
            <a:endParaRPr sz="1600"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This is where softmax takes place, It turns the output logits into probabilities</a:t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5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p61"/>
          <p:cNvSpPr txBox="1"/>
          <p:nvPr>
            <p:ph type="title"/>
          </p:nvPr>
        </p:nvSpPr>
        <p:spPr>
          <a:xfrm>
            <a:off x="508875" y="874875"/>
            <a:ext cx="58437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"/>
              <a:t>Softmax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1187" name="Google Shape;1187;p61"/>
          <p:cNvSpPr txBox="1"/>
          <p:nvPr>
            <p:ph idx="1" type="body"/>
          </p:nvPr>
        </p:nvSpPr>
        <p:spPr>
          <a:xfrm>
            <a:off x="508875" y="1539275"/>
            <a:ext cx="7566600" cy="35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Example:</a:t>
            </a:r>
            <a:endParaRPr sz="1600"/>
          </a:p>
          <a:p>
            <a:pPr indent="-330200" lvl="1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Network output: [5, 7, -12]</a:t>
            </a:r>
            <a:endParaRPr sz="1600"/>
          </a:p>
          <a:p>
            <a:pPr indent="-330200" lvl="1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p1 = e^5/(e^5 + e^7+e^-12) = 0.12</a:t>
            </a:r>
            <a:endParaRPr sz="1600"/>
          </a:p>
          <a:p>
            <a:pPr indent="-330200" lvl="1" marL="13716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p2 = e^7/(e^5 + e^7+e^-12) = 0.88</a:t>
            </a:r>
            <a:endParaRPr sz="1600"/>
          </a:p>
          <a:p>
            <a:pPr indent="-330200" lvl="1" marL="13716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p3= e^-12/(e^5 + e^7+e^-12) = almost 0</a:t>
            </a:r>
            <a:endParaRPr sz="1600"/>
          </a:p>
        </p:txBody>
      </p:sp>
      <p:pic>
        <p:nvPicPr>
          <p:cNvPr id="1188" name="Google Shape;1188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1638" y="3010774"/>
            <a:ext cx="3018175" cy="182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2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p62"/>
          <p:cNvSpPr txBox="1"/>
          <p:nvPr>
            <p:ph type="title"/>
          </p:nvPr>
        </p:nvSpPr>
        <p:spPr>
          <a:xfrm>
            <a:off x="508875" y="874875"/>
            <a:ext cx="58437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"/>
              <a:t>Adaptive Average Pooling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1194" name="Google Shape;1194;p62"/>
          <p:cNvSpPr txBox="1"/>
          <p:nvPr>
            <p:ph idx="1" type="body"/>
          </p:nvPr>
        </p:nvSpPr>
        <p:spPr>
          <a:xfrm>
            <a:off x="508875" y="1539275"/>
            <a:ext cx="7566600" cy="35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Creates an average filter in the same size as the input image, and averages its values resulting in a single value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Applying that over a feature map of size CxHxW results in a Cx1x1 vector</a:t>
            </a:r>
            <a:endParaRPr sz="1600"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This vector represent the finest features of the input image</a:t>
            </a:r>
            <a:endParaRPr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63"/>
          <p:cNvSpPr txBox="1"/>
          <p:nvPr>
            <p:ph type="title"/>
          </p:nvPr>
        </p:nvSpPr>
        <p:spPr>
          <a:xfrm>
            <a:off x="508875" y="308625"/>
            <a:ext cx="58437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"/>
              <a:t>What are pretrained models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1200" name="Google Shape;1200;p63"/>
          <p:cNvSpPr txBox="1"/>
          <p:nvPr>
            <p:ph idx="1" type="body"/>
          </p:nvPr>
        </p:nvSpPr>
        <p:spPr>
          <a:xfrm>
            <a:off x="508875" y="1010750"/>
            <a:ext cx="7566600" cy="35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Pretrained models are deep learning models that have been already trained on massive amounts of data. </a:t>
            </a:r>
            <a:endParaRPr sz="1600"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In context of computer vision, after training a CNN on a large dataset such as </a:t>
            </a:r>
            <a:r>
              <a:rPr b="1" lang="en" sz="1600"/>
              <a:t>ImageNet1k</a:t>
            </a:r>
            <a:r>
              <a:rPr lang="en" sz="1600"/>
              <a:t>, the network’s kernels became general purpose feature extractors because they have been exposed to huge amounts of features and visual patterns during training.</a:t>
            </a:r>
            <a:endParaRPr sz="1600"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You can utilize the knowledge or the  feature extraction capabilities of pretrained models and adapt them on new datasets, this process is called </a:t>
            </a:r>
            <a:r>
              <a:rPr b="1" lang="en" sz="1600"/>
              <a:t>Transfer Learning</a:t>
            </a:r>
            <a:endParaRPr b="1"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4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64"/>
          <p:cNvSpPr txBox="1"/>
          <p:nvPr>
            <p:ph type="title"/>
          </p:nvPr>
        </p:nvSpPr>
        <p:spPr>
          <a:xfrm>
            <a:off x="508875" y="874875"/>
            <a:ext cx="58437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"/>
              <a:t>Transfer Learning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1206" name="Google Shape;1206;p64"/>
          <p:cNvSpPr txBox="1"/>
          <p:nvPr>
            <p:ph idx="1" type="body"/>
          </p:nvPr>
        </p:nvSpPr>
        <p:spPr>
          <a:xfrm>
            <a:off x="508875" y="1539275"/>
            <a:ext cx="7566600" cy="25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Using knowledge learned from one task/domain to help solve another. 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There are 2 types of transfer learning:</a:t>
            </a:r>
            <a:endParaRPr sz="1600"/>
          </a:p>
          <a:p>
            <a:pPr indent="-330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Feature Extraction</a:t>
            </a:r>
            <a:endParaRPr sz="1600"/>
          </a:p>
          <a:p>
            <a:pPr indent="-330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Fine-tuning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Whether it’s fine-tuning or feature extraction, you do something called </a:t>
            </a:r>
            <a:r>
              <a:rPr b="1" lang="en" sz="1600"/>
              <a:t>Freezing</a:t>
            </a:r>
            <a:endParaRPr b="1" sz="1600"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0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p65"/>
          <p:cNvSpPr txBox="1"/>
          <p:nvPr>
            <p:ph type="title"/>
          </p:nvPr>
        </p:nvSpPr>
        <p:spPr>
          <a:xfrm>
            <a:off x="508875" y="874875"/>
            <a:ext cx="58437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"/>
              <a:t>Freezing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1212" name="Google Shape;1212;p65"/>
          <p:cNvSpPr txBox="1"/>
          <p:nvPr>
            <p:ph idx="1" type="body"/>
          </p:nvPr>
        </p:nvSpPr>
        <p:spPr>
          <a:xfrm>
            <a:off x="508875" y="1539275"/>
            <a:ext cx="7566600" cy="25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Freezing is a process where you freeze some of a neural networks layer</a:t>
            </a:r>
            <a:endParaRPr sz="1600"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Freezing a layer means that this layer won’t get gradients calculated, nor will it have its parameters updated</a:t>
            </a:r>
            <a:endParaRPr sz="1600"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We assume that the given layer is already a good feature extractor since it was already trained on a broader task, so we don’t need to update it further.</a:t>
            </a:r>
            <a:endParaRPr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p66"/>
          <p:cNvSpPr txBox="1"/>
          <p:nvPr>
            <p:ph type="title"/>
          </p:nvPr>
        </p:nvSpPr>
        <p:spPr>
          <a:xfrm>
            <a:off x="508875" y="874875"/>
            <a:ext cx="58437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"/>
              <a:t>Freezing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1218" name="Google Shape;1218;p66"/>
          <p:cNvSpPr txBox="1"/>
          <p:nvPr>
            <p:ph idx="1" type="body"/>
          </p:nvPr>
        </p:nvSpPr>
        <p:spPr>
          <a:xfrm>
            <a:off x="508875" y="1539275"/>
            <a:ext cx="7566600" cy="25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The main difference between Feature Extraction and Fine-tuning lies in how many layers are getting frozen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In Feature extraction, we freeze the entire network and only train the classification/regression head</a:t>
            </a:r>
            <a:endParaRPr sz="1600"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In Fine-tuning we freeze some or none of the networks layer and the classification head is also trained.</a:t>
            </a:r>
            <a:endParaRPr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2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p67"/>
          <p:cNvSpPr txBox="1"/>
          <p:nvPr>
            <p:ph type="title"/>
          </p:nvPr>
        </p:nvSpPr>
        <p:spPr>
          <a:xfrm>
            <a:off x="508875" y="403000"/>
            <a:ext cx="58437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Feature Extraction</a:t>
            </a:r>
            <a:endParaRPr/>
          </a:p>
        </p:txBody>
      </p:sp>
      <p:sp>
        <p:nvSpPr>
          <p:cNvPr id="1224" name="Google Shape;1224;p67"/>
          <p:cNvSpPr txBox="1"/>
          <p:nvPr>
            <p:ph idx="1" type="body"/>
          </p:nvPr>
        </p:nvSpPr>
        <p:spPr>
          <a:xfrm>
            <a:off x="515950" y="1350425"/>
            <a:ext cx="7566600" cy="33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As we said earlier, in feature extraction, you freeze the entire network, </a:t>
            </a:r>
            <a:r>
              <a:rPr lang="en" sz="1600"/>
              <a:t>replace</a:t>
            </a:r>
            <a:r>
              <a:rPr lang="en" sz="1600"/>
              <a:t> the classification head with a new classification head depending on the classes you want to predict, and then train the network.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You do that when you believe the network’s layers already are good enough feature extractors, they will extract meaningful features from your current dataset.</a:t>
            </a:r>
            <a:endParaRPr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p68"/>
          <p:cNvSpPr txBox="1"/>
          <p:nvPr>
            <p:ph type="title"/>
          </p:nvPr>
        </p:nvSpPr>
        <p:spPr>
          <a:xfrm>
            <a:off x="508875" y="403000"/>
            <a:ext cx="58437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Feature Extraction</a:t>
            </a:r>
            <a:endParaRPr/>
          </a:p>
        </p:txBody>
      </p:sp>
      <p:sp>
        <p:nvSpPr>
          <p:cNvPr id="1230" name="Google Shape;1230;p68"/>
          <p:cNvSpPr txBox="1"/>
          <p:nvPr>
            <p:ph idx="1" type="body"/>
          </p:nvPr>
        </p:nvSpPr>
        <p:spPr>
          <a:xfrm>
            <a:off x="515950" y="1350425"/>
            <a:ext cx="7566600" cy="33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Feature Extraction is often only used when your dataset is small. Why?</a:t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Neural networks are known to have LOTS of parameters by design, trying to tune a large number of parameters on a small dataset leads to overfitting.</a:t>
            </a:r>
            <a:endParaRPr sz="1600"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You also use Feature Extraction when you are confident that the new dataset has a similar domain to the domain the model was originally trained on.</a:t>
            </a:r>
            <a:endParaRPr sz="1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4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p69"/>
          <p:cNvSpPr txBox="1"/>
          <p:nvPr>
            <p:ph type="title"/>
          </p:nvPr>
        </p:nvSpPr>
        <p:spPr>
          <a:xfrm>
            <a:off x="515950" y="83100"/>
            <a:ext cx="58437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Feature Extraction</a:t>
            </a:r>
            <a:endParaRPr/>
          </a:p>
        </p:txBody>
      </p:sp>
      <p:pic>
        <p:nvPicPr>
          <p:cNvPr id="1236" name="Google Shape;1236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6488" y="757275"/>
            <a:ext cx="6771025" cy="4386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0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Google Shape;1241;p70"/>
          <p:cNvSpPr txBox="1"/>
          <p:nvPr>
            <p:ph type="title"/>
          </p:nvPr>
        </p:nvSpPr>
        <p:spPr>
          <a:xfrm>
            <a:off x="508875" y="403000"/>
            <a:ext cx="58437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Fine-tuning</a:t>
            </a:r>
            <a:endParaRPr/>
          </a:p>
        </p:txBody>
      </p:sp>
      <p:sp>
        <p:nvSpPr>
          <p:cNvPr id="1242" name="Google Shape;1242;p70"/>
          <p:cNvSpPr txBox="1"/>
          <p:nvPr>
            <p:ph idx="1" type="body"/>
          </p:nvPr>
        </p:nvSpPr>
        <p:spPr>
          <a:xfrm>
            <a:off x="515950" y="1350425"/>
            <a:ext cx="7566600" cy="33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In fine-tuning, we only some layers of a neural network, as well as a new classification head</a:t>
            </a:r>
            <a:endParaRPr sz="1600"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We can also keep the whole network unfrozen, and fine-tune it on a new dataset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Be careful though, you probably don’t want the model to heavily change the original weights, you want it to keep some of its original knowledge.</a:t>
            </a:r>
            <a:endParaRPr sz="1600"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aseline="30000" sz="400"/>
          </a:p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This problem is called </a:t>
            </a:r>
            <a:r>
              <a:rPr b="1" lang="en" sz="1600"/>
              <a:t>Catastrophic forgetting</a:t>
            </a:r>
            <a:r>
              <a:rPr lang="en" sz="1600"/>
              <a:t>.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To avoid that, you use a low learning rate during fine-tuning.</a:t>
            </a:r>
            <a:endParaRPr sz="1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p71"/>
          <p:cNvSpPr txBox="1"/>
          <p:nvPr>
            <p:ph type="title"/>
          </p:nvPr>
        </p:nvSpPr>
        <p:spPr>
          <a:xfrm>
            <a:off x="508875" y="403000"/>
            <a:ext cx="58437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Fine-tuning</a:t>
            </a:r>
            <a:endParaRPr/>
          </a:p>
        </p:txBody>
      </p:sp>
      <p:sp>
        <p:nvSpPr>
          <p:cNvPr id="1248" name="Google Shape;1248;p71"/>
          <p:cNvSpPr txBox="1"/>
          <p:nvPr>
            <p:ph idx="1" type="body"/>
          </p:nvPr>
        </p:nvSpPr>
        <p:spPr>
          <a:xfrm>
            <a:off x="515950" y="1114475"/>
            <a:ext cx="7566600" cy="33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Fine-tuning is often used when you have a larger dataset</a:t>
            </a:r>
            <a:endParaRPr sz="1600"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You can use it even with a shift in domain, though, the more the domain differs, the more layers you need to unfreeze, but even this is still constrained by the size of the dataset at hand.</a:t>
            </a:r>
            <a:endParaRPr sz="1600"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It allows the model use a mixture of pretrained feature extractors + some dedicated feature extractors for the task/domain at hand</a:t>
            </a:r>
            <a:endParaRPr sz="1600"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In case of full fine-tuning, either use a low learning across the entire network, or give a low learning rate for early layers and progressively increase the learning rate as you progress through the layers</a:t>
            </a:r>
            <a:endParaRPr sz="16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p72"/>
          <p:cNvSpPr txBox="1"/>
          <p:nvPr>
            <p:ph type="title"/>
          </p:nvPr>
        </p:nvSpPr>
        <p:spPr>
          <a:xfrm>
            <a:off x="508875" y="403000"/>
            <a:ext cx="58437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Fine-tuning</a:t>
            </a:r>
            <a:endParaRPr/>
          </a:p>
        </p:txBody>
      </p:sp>
      <p:pic>
        <p:nvPicPr>
          <p:cNvPr id="1254" name="Google Shape;1254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2000" y="1033425"/>
            <a:ext cx="6160008" cy="387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p73"/>
          <p:cNvSpPr txBox="1"/>
          <p:nvPr>
            <p:ph type="title"/>
          </p:nvPr>
        </p:nvSpPr>
        <p:spPr>
          <a:xfrm>
            <a:off x="508875" y="403000"/>
            <a:ext cx="58437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Common Pretrained Models Family</a:t>
            </a:r>
            <a:endParaRPr/>
          </a:p>
        </p:txBody>
      </p:sp>
      <p:sp>
        <p:nvSpPr>
          <p:cNvPr id="1260" name="Google Shape;1260;p73"/>
          <p:cNvSpPr txBox="1"/>
          <p:nvPr/>
        </p:nvSpPr>
        <p:spPr>
          <a:xfrm>
            <a:off x="746900" y="1433075"/>
            <a:ext cx="75216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These Models are some of the most common models used for transfer learning tasks:</a:t>
            </a:r>
            <a:endParaRPr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-"/>
            </a:pPr>
            <a:r>
              <a:rPr lang="en"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AlexNet</a:t>
            </a:r>
            <a:endParaRPr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-"/>
            </a:pPr>
            <a:r>
              <a:rPr lang="en"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VGG [16 and 19]</a:t>
            </a:r>
            <a:endParaRPr b="1"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-"/>
            </a:pPr>
            <a:r>
              <a:rPr b="1" lang="en"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ResNets </a:t>
            </a:r>
            <a:r>
              <a:rPr lang="en"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[18, 50, ….]</a:t>
            </a:r>
            <a:endParaRPr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-"/>
            </a:pPr>
            <a:r>
              <a:rPr b="1" lang="en"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MobileNets</a:t>
            </a:r>
            <a:r>
              <a:rPr lang="en"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 [</a:t>
            </a:r>
            <a:r>
              <a:rPr b="1" lang="en"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v1</a:t>
            </a:r>
            <a:r>
              <a:rPr lang="en"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, v2, v3]</a:t>
            </a:r>
            <a:endParaRPr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-"/>
            </a:pPr>
            <a:r>
              <a:rPr b="1" lang="en"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EfficientNets</a:t>
            </a:r>
            <a:endParaRPr b="1"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-"/>
            </a:pPr>
            <a:r>
              <a:rPr lang="en"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ConvNext</a:t>
            </a:r>
            <a:endParaRPr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-"/>
            </a:pPr>
            <a:r>
              <a:rPr lang="en"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Vision Transformer (VIT)</a:t>
            </a:r>
            <a:endParaRPr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4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p74"/>
          <p:cNvSpPr txBox="1"/>
          <p:nvPr>
            <p:ph type="title"/>
          </p:nvPr>
        </p:nvSpPr>
        <p:spPr>
          <a:xfrm>
            <a:off x="508875" y="403000"/>
            <a:ext cx="58437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AlexNet</a:t>
            </a:r>
            <a:endParaRPr/>
          </a:p>
        </p:txBody>
      </p:sp>
      <p:sp>
        <p:nvSpPr>
          <p:cNvPr id="1266" name="Google Shape;1266;p74"/>
          <p:cNvSpPr txBox="1"/>
          <p:nvPr/>
        </p:nvSpPr>
        <p:spPr>
          <a:xfrm>
            <a:off x="746900" y="1433075"/>
            <a:ext cx="752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-"/>
            </a:pPr>
            <a:r>
              <a:rPr lang="en"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The most basic and simple for of a CNN</a:t>
            </a:r>
            <a:endParaRPr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267" name="Google Shape;1267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3050" y="1937425"/>
            <a:ext cx="5397912" cy="3036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p75"/>
          <p:cNvSpPr txBox="1"/>
          <p:nvPr>
            <p:ph type="title"/>
          </p:nvPr>
        </p:nvSpPr>
        <p:spPr>
          <a:xfrm>
            <a:off x="508875" y="403000"/>
            <a:ext cx="58437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VGG</a:t>
            </a:r>
            <a:endParaRPr/>
          </a:p>
        </p:txBody>
      </p:sp>
      <p:sp>
        <p:nvSpPr>
          <p:cNvPr id="1273" name="Google Shape;1273;p75"/>
          <p:cNvSpPr txBox="1"/>
          <p:nvPr/>
        </p:nvSpPr>
        <p:spPr>
          <a:xfrm>
            <a:off x="746900" y="1433075"/>
            <a:ext cx="7521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-"/>
            </a:pPr>
            <a:r>
              <a:rPr lang="en"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A cleaner version of AlexNet</a:t>
            </a:r>
            <a:endParaRPr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-"/>
            </a:pPr>
            <a:r>
              <a:rPr lang="en"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More depth [16 and 19]</a:t>
            </a:r>
            <a:endParaRPr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-"/>
            </a:pPr>
            <a:r>
              <a:rPr lang="en"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More channels per layer</a:t>
            </a:r>
            <a:endParaRPr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-"/>
            </a:pPr>
            <a:r>
              <a:rPr lang="en"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Utilized 3x3 conv instead of 11x11 </a:t>
            </a:r>
            <a:endParaRPr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274" name="Google Shape;1274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9425" y="2356475"/>
            <a:ext cx="4800458" cy="263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p76"/>
          <p:cNvSpPr txBox="1"/>
          <p:nvPr>
            <p:ph type="title"/>
          </p:nvPr>
        </p:nvSpPr>
        <p:spPr>
          <a:xfrm>
            <a:off x="508875" y="134375"/>
            <a:ext cx="58437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ResNet</a:t>
            </a:r>
            <a:endParaRPr/>
          </a:p>
        </p:txBody>
      </p:sp>
      <p:sp>
        <p:nvSpPr>
          <p:cNvPr id="1280" name="Google Shape;1280;p76"/>
          <p:cNvSpPr txBox="1"/>
          <p:nvPr/>
        </p:nvSpPr>
        <p:spPr>
          <a:xfrm>
            <a:off x="508875" y="785825"/>
            <a:ext cx="75216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-"/>
            </a:pPr>
            <a:r>
              <a:rPr lang="en"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The deeper the network went, the more their accuracy increased, but at some threshold, accuracy started dropping instead of increasing.</a:t>
            </a:r>
            <a:endParaRPr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-"/>
            </a:pPr>
            <a:r>
              <a:rPr lang="en"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Introduced Residual Blocks which allow gradients to flow throughout the network without vanishing.</a:t>
            </a:r>
            <a:endParaRPr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-"/>
            </a:pPr>
            <a:r>
              <a:rPr lang="en"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Residual Blocks are implemented as bottleneck layers: wide -&gt; narrow -&gt; wide</a:t>
            </a:r>
            <a:endParaRPr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decrease number of channels temporarily -&gt;  operate on them  -&gt; increase them back.</a:t>
            </a:r>
            <a:endParaRPr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-"/>
            </a:pPr>
            <a:r>
              <a:rPr lang="en"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Allows for far deeper network without </a:t>
            </a:r>
            <a:r>
              <a:rPr lang="en"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losing</a:t>
            </a:r>
            <a:r>
              <a:rPr lang="en"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 accuracy [up to 1000 :o]</a:t>
            </a:r>
            <a:endParaRPr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-"/>
            </a:pPr>
            <a:r>
              <a:rPr lang="en"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Allows the model to keep track of the how the input image originally looked like without forgetting it the deeper the network goes</a:t>
            </a:r>
            <a:endParaRPr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-"/>
            </a:pPr>
            <a:r>
              <a:rPr lang="en"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The model learns what needs to be changed on the input</a:t>
            </a:r>
            <a:endParaRPr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rather than changing the input itself</a:t>
            </a:r>
            <a:endParaRPr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-"/>
            </a:pPr>
            <a:r>
              <a:rPr lang="en"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The idea of residual block is used in almost all networks that came later</a:t>
            </a:r>
            <a:endParaRPr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until  today.</a:t>
            </a:r>
            <a:endParaRPr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281" name="Google Shape;1281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3800" y="3434150"/>
            <a:ext cx="2980200" cy="1614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5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p77"/>
          <p:cNvSpPr txBox="1"/>
          <p:nvPr>
            <p:ph type="title"/>
          </p:nvPr>
        </p:nvSpPr>
        <p:spPr>
          <a:xfrm>
            <a:off x="508875" y="403000"/>
            <a:ext cx="58437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ResNet</a:t>
            </a:r>
            <a:endParaRPr/>
          </a:p>
        </p:txBody>
      </p:sp>
      <p:pic>
        <p:nvPicPr>
          <p:cNvPr id="1287" name="Google Shape;1287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5625" y="317775"/>
            <a:ext cx="2663011" cy="3878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8" name="Google Shape;1288;p77"/>
          <p:cNvSpPr txBox="1"/>
          <p:nvPr/>
        </p:nvSpPr>
        <p:spPr>
          <a:xfrm>
            <a:off x="4304500" y="4498475"/>
            <a:ext cx="499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Before resnet, such depths were not possible</a:t>
            </a:r>
            <a:endParaRPr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89" name="Google Shape;1289;p77"/>
          <p:cNvSpPr txBox="1"/>
          <p:nvPr/>
        </p:nvSpPr>
        <p:spPr>
          <a:xfrm>
            <a:off x="0" y="4374350"/>
            <a:ext cx="499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Bottleneck Residual block, another view</a:t>
            </a:r>
            <a:endParaRPr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290" name="Google Shape;1290;p77"/>
          <p:cNvPicPr preferRelativeResize="0"/>
          <p:nvPr/>
        </p:nvPicPr>
        <p:blipFill rotWithShape="1">
          <a:blip r:embed="rId4">
            <a:alphaModFix/>
          </a:blip>
          <a:srcRect b="0" l="0" r="74962" t="0"/>
          <a:stretch/>
        </p:blipFill>
        <p:spPr>
          <a:xfrm>
            <a:off x="1777388" y="1296825"/>
            <a:ext cx="1293475" cy="274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4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Google Shape;1295;p78"/>
          <p:cNvSpPr txBox="1"/>
          <p:nvPr>
            <p:ph type="title"/>
          </p:nvPr>
        </p:nvSpPr>
        <p:spPr>
          <a:xfrm>
            <a:off x="508875" y="403000"/>
            <a:ext cx="58437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MobileNet</a:t>
            </a:r>
            <a:endParaRPr/>
          </a:p>
        </p:txBody>
      </p:sp>
      <p:sp>
        <p:nvSpPr>
          <p:cNvPr id="1296" name="Google Shape;1296;p78"/>
          <p:cNvSpPr txBox="1"/>
          <p:nvPr/>
        </p:nvSpPr>
        <p:spPr>
          <a:xfrm>
            <a:off x="699700" y="1278750"/>
            <a:ext cx="75216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-"/>
            </a:pPr>
            <a:r>
              <a:rPr lang="en"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Mobilenet is built for [as its name suggests] mobile use cases, it’s especially designed for cases that require low memory and low inference latency.</a:t>
            </a:r>
            <a:endParaRPr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-"/>
            </a:pPr>
            <a:r>
              <a:rPr lang="en"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There are 3 versions of mobilenet, we will focus on v1 and v2.</a:t>
            </a:r>
            <a:endParaRPr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-"/>
            </a:pPr>
            <a:r>
              <a:rPr lang="en"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Has a low number of parameters compared to other models, but ensures parameter efficiency [all parameters contribute to the </a:t>
            </a:r>
            <a:r>
              <a:rPr lang="en"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output</a:t>
            </a:r>
            <a:r>
              <a:rPr lang="en"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]</a:t>
            </a:r>
            <a:endParaRPr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p79"/>
          <p:cNvSpPr txBox="1"/>
          <p:nvPr>
            <p:ph type="title"/>
          </p:nvPr>
        </p:nvSpPr>
        <p:spPr>
          <a:xfrm>
            <a:off x="508875" y="403000"/>
            <a:ext cx="58437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MobileNet</a:t>
            </a:r>
            <a:endParaRPr/>
          </a:p>
        </p:txBody>
      </p:sp>
      <p:sp>
        <p:nvSpPr>
          <p:cNvPr id="1302" name="Google Shape;1302;p79"/>
          <p:cNvSpPr txBox="1"/>
          <p:nvPr/>
        </p:nvSpPr>
        <p:spPr>
          <a:xfrm>
            <a:off x="699700" y="1278750"/>
            <a:ext cx="75216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-"/>
            </a:pPr>
            <a:r>
              <a:rPr lang="en"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Uses depthwise-separable convolution, a method of performing convolution with lower number of FLOPs as well as memory</a:t>
            </a:r>
            <a:endParaRPr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-"/>
            </a:pPr>
            <a:r>
              <a:rPr lang="en"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Introduced 2 parameters Width Multiplier (α)  and  Resolution Multiplier (ρ)</a:t>
            </a:r>
            <a:endParaRPr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-"/>
            </a:pPr>
            <a:r>
              <a:rPr lang="en"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Width multiplier (α) controls how deep each layer is [how many channels]</a:t>
            </a:r>
            <a:endParaRPr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-"/>
            </a:pPr>
            <a:r>
              <a:rPr lang="en"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Resolution Multiplier (ρ) controls the input image resolution</a:t>
            </a:r>
            <a:endParaRPr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-"/>
            </a:pPr>
            <a:r>
              <a:rPr lang="en"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so , you have a baseline MobileNetv1 with a specific set of hyper-parameters (α) and (ρ) scale them down</a:t>
            </a:r>
            <a:endParaRPr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303" name="Google Shape;1303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8488" y="2636600"/>
            <a:ext cx="3527925" cy="250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4" name="Google Shape;1304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5263" y="2899225"/>
            <a:ext cx="3977713" cy="208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p80"/>
          <p:cNvSpPr txBox="1"/>
          <p:nvPr>
            <p:ph type="title"/>
          </p:nvPr>
        </p:nvSpPr>
        <p:spPr>
          <a:xfrm>
            <a:off x="508875" y="403000"/>
            <a:ext cx="58437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MobileNet</a:t>
            </a:r>
            <a:endParaRPr/>
          </a:p>
        </p:txBody>
      </p:sp>
      <p:sp>
        <p:nvSpPr>
          <p:cNvPr id="1310" name="Google Shape;1310;p80"/>
          <p:cNvSpPr txBox="1"/>
          <p:nvPr/>
        </p:nvSpPr>
        <p:spPr>
          <a:xfrm>
            <a:off x="699700" y="1278750"/>
            <a:ext cx="7521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-"/>
            </a:pPr>
            <a:r>
              <a:rPr lang="en"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MobileNet v2 introduced inverted residual block, which is basically a residual block but inverted</a:t>
            </a:r>
            <a:endParaRPr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-"/>
            </a:pPr>
            <a:r>
              <a:rPr lang="en"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Narrow -&gt; wide -&gt; narrow</a:t>
            </a:r>
            <a:endParaRPr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-"/>
            </a:pPr>
            <a:r>
              <a:rPr lang="en"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Increases number of channels temporarily, operates on them, decreases them again</a:t>
            </a:r>
            <a:endParaRPr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311" name="Google Shape;1311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2025" y="2236125"/>
            <a:ext cx="6076950" cy="279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5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p81"/>
          <p:cNvSpPr txBox="1"/>
          <p:nvPr>
            <p:ph type="title"/>
          </p:nvPr>
        </p:nvSpPr>
        <p:spPr>
          <a:xfrm>
            <a:off x="508875" y="403000"/>
            <a:ext cx="58437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EfficientNets</a:t>
            </a:r>
            <a:endParaRPr/>
          </a:p>
        </p:txBody>
      </p:sp>
      <p:sp>
        <p:nvSpPr>
          <p:cNvPr id="1317" name="Google Shape;1317;p81"/>
          <p:cNvSpPr txBox="1"/>
          <p:nvPr/>
        </p:nvSpPr>
        <p:spPr>
          <a:xfrm>
            <a:off x="699700" y="1278750"/>
            <a:ext cx="75216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-"/>
            </a:pPr>
            <a:r>
              <a:rPr lang="en"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Designed to have high accuracy with a relatively low number of parameters,  so it aims to achieve parameter efficiency</a:t>
            </a:r>
            <a:endParaRPr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-"/>
            </a:pPr>
            <a:r>
              <a:rPr lang="en"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Uses 3 parameters to scale its input and internals:</a:t>
            </a:r>
            <a:endParaRPr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-"/>
            </a:pPr>
            <a:r>
              <a:rPr lang="en"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α^ϕ to scale its depth [number of layers]</a:t>
            </a:r>
            <a:endParaRPr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-"/>
            </a:pPr>
            <a:r>
              <a:rPr lang="en"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β^ϕ to scale to scale its width [number of channels]</a:t>
            </a:r>
            <a:endParaRPr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-"/>
            </a:pPr>
            <a:r>
              <a:rPr lang="en"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γ^ϕ  to scale the input image size</a:t>
            </a:r>
            <a:endParaRPr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-"/>
            </a:pPr>
            <a:r>
              <a:rPr lang="en"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As you can see, they’re all ruled by the ϕ power so, we basically scale them all together at the same time</a:t>
            </a:r>
            <a:endParaRPr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-"/>
            </a:pPr>
            <a:r>
              <a:rPr lang="en"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Uses inverted residual block with depthwise-separable convolution just like mobilenets but also uses a method called squeeze-and-excitation within</a:t>
            </a:r>
            <a:endParaRPr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318" name="Google Shape;1318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6748" y="3310646"/>
            <a:ext cx="3875826" cy="18056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2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p82"/>
          <p:cNvSpPr txBox="1"/>
          <p:nvPr>
            <p:ph type="title"/>
          </p:nvPr>
        </p:nvSpPr>
        <p:spPr>
          <a:xfrm>
            <a:off x="508875" y="403000"/>
            <a:ext cx="58437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EfficientNets</a:t>
            </a:r>
            <a:endParaRPr/>
          </a:p>
        </p:txBody>
      </p:sp>
      <p:sp>
        <p:nvSpPr>
          <p:cNvPr id="1324" name="Google Shape;1324;p82"/>
          <p:cNvSpPr txBox="1"/>
          <p:nvPr/>
        </p:nvSpPr>
        <p:spPr>
          <a:xfrm>
            <a:off x="699700" y="1278750"/>
            <a:ext cx="47373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Char char="-"/>
            </a:pPr>
            <a:r>
              <a:rPr lang="en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Squeeze-and-excitation is a method used to allow the network to know which channels are the most </a:t>
            </a:r>
            <a:r>
              <a:rPr lang="en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useful, scale them by their importance factor to make them even more impactful.</a:t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Char char="-"/>
            </a:pPr>
            <a:r>
              <a:rPr lang="en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It’s achieved by using Global Average Pooling and an FFN followed by a sigmoid</a:t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Char char="-"/>
            </a:pPr>
            <a:r>
              <a:rPr lang="en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Might sound more like squeeze-and-inhibition not excitation</a:t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325" name="Google Shape;1325;p82"/>
          <p:cNvPicPr preferRelativeResize="0"/>
          <p:nvPr/>
        </p:nvPicPr>
        <p:blipFill rotWithShape="1">
          <a:blip r:embed="rId3">
            <a:alphaModFix/>
          </a:blip>
          <a:srcRect b="0" l="32355" r="0" t="0"/>
          <a:stretch/>
        </p:blipFill>
        <p:spPr>
          <a:xfrm>
            <a:off x="6246325" y="1343350"/>
            <a:ext cx="2206625" cy="3082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9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Google Shape;1330;p83"/>
          <p:cNvSpPr txBox="1"/>
          <p:nvPr>
            <p:ph type="title"/>
          </p:nvPr>
        </p:nvSpPr>
        <p:spPr>
          <a:xfrm>
            <a:off x="508875" y="403000"/>
            <a:ext cx="58437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EfficientNets</a:t>
            </a:r>
            <a:endParaRPr/>
          </a:p>
        </p:txBody>
      </p:sp>
      <p:sp>
        <p:nvSpPr>
          <p:cNvPr id="1331" name="Google Shape;1331;p83"/>
          <p:cNvSpPr txBox="1"/>
          <p:nvPr/>
        </p:nvSpPr>
        <p:spPr>
          <a:xfrm>
            <a:off x="699700" y="1278750"/>
            <a:ext cx="7521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-"/>
            </a:pPr>
            <a:r>
              <a:rPr lang="en"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Squeeze-and-excitation is a method used to allow the network to know which channels are the most useful, and excite/scale them by their importance factor to make them even more impactful.</a:t>
            </a:r>
            <a:endParaRPr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-"/>
            </a:pPr>
            <a:r>
              <a:rPr lang="en"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It’s achieved by using Global Average Pooling and an FFN followed by a sigmoid</a:t>
            </a:r>
            <a:endParaRPr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-"/>
            </a:pPr>
            <a:r>
              <a:rPr lang="en"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Might sound more like squeeze-and-inhibition not excitation</a:t>
            </a:r>
            <a:endParaRPr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332" name="Google Shape;1332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3225" y="2207800"/>
            <a:ext cx="2985235" cy="28210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6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p84"/>
          <p:cNvSpPr txBox="1"/>
          <p:nvPr>
            <p:ph type="title"/>
          </p:nvPr>
        </p:nvSpPr>
        <p:spPr>
          <a:xfrm>
            <a:off x="508875" y="403000"/>
            <a:ext cx="58437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Vision Transformer</a:t>
            </a:r>
            <a:endParaRPr/>
          </a:p>
        </p:txBody>
      </p:sp>
      <p:sp>
        <p:nvSpPr>
          <p:cNvPr id="1338" name="Google Shape;1338;p84"/>
          <p:cNvSpPr txBox="1"/>
          <p:nvPr/>
        </p:nvSpPr>
        <p:spPr>
          <a:xfrm>
            <a:off x="699700" y="1278750"/>
            <a:ext cx="75216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Char char="-"/>
            </a:pPr>
            <a:r>
              <a:rPr lang="en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One of the strongest networks ever created until now</a:t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Char char="-"/>
            </a:pPr>
            <a:r>
              <a:rPr lang="en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One of the best backbone networks</a:t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Char char="-"/>
            </a:pPr>
            <a:r>
              <a:rPr lang="en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Utilizes the transformers architecture that were originally created for sequence and language modeling</a:t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Char char="-"/>
            </a:pPr>
            <a:r>
              <a:rPr lang="en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Transformers are </a:t>
            </a:r>
            <a:r>
              <a:rPr lang="en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originally made for sequence modeling</a:t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Char char="-"/>
            </a:pPr>
            <a:r>
              <a:rPr lang="en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Images are not sequences</a:t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Char char="-"/>
            </a:pPr>
            <a:r>
              <a:rPr lang="en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So they had to come up with a way to represent an image as a sequence so that they can use it with transformers</a:t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2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Google Shape;1343;p85"/>
          <p:cNvSpPr txBox="1"/>
          <p:nvPr>
            <p:ph type="title"/>
          </p:nvPr>
        </p:nvSpPr>
        <p:spPr>
          <a:xfrm>
            <a:off x="508875" y="403000"/>
            <a:ext cx="58437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Vision Transformer</a:t>
            </a:r>
            <a:endParaRPr/>
          </a:p>
        </p:txBody>
      </p:sp>
      <p:pic>
        <p:nvPicPr>
          <p:cNvPr id="1344" name="Google Shape;1344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0" y="1182200"/>
            <a:ext cx="762000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348" name="Shape 1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p86"/>
          <p:cNvSpPr txBox="1"/>
          <p:nvPr>
            <p:ph type="title"/>
          </p:nvPr>
        </p:nvSpPr>
        <p:spPr>
          <a:xfrm>
            <a:off x="508875" y="403000"/>
            <a:ext cx="58437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Attention Mechanism (very briefly)</a:t>
            </a:r>
            <a:endParaRPr/>
          </a:p>
        </p:txBody>
      </p:sp>
      <p:sp>
        <p:nvSpPr>
          <p:cNvPr id="1350" name="Google Shape;1350;p86"/>
          <p:cNvSpPr txBox="1"/>
          <p:nvPr/>
        </p:nvSpPr>
        <p:spPr>
          <a:xfrm>
            <a:off x="699700" y="1278750"/>
            <a:ext cx="75216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Char char="-"/>
            </a:pPr>
            <a:r>
              <a:rPr lang="en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Attention Mechanism allows tokens [parts of a sequence, or image patches in our case] to directly interact with each other and pass information to each other </a:t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Char char="-"/>
            </a:pPr>
            <a:r>
              <a:rPr lang="en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Each patch has Query, Key and Value vectors</a:t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Char char="-"/>
            </a:pPr>
            <a:r>
              <a:rPr lang="en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All Q and K vectors are multiplied using dot product, the result value tells you how much a patch is important to another patch [or carries information that’s important to another patch]</a:t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Char char="-"/>
            </a:pPr>
            <a:r>
              <a:rPr lang="en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This importance score is multiplied by the value vector</a:t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and then value vectors from patches are passed to other</a:t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patches to influence each other</a:t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351" name="Google Shape;1351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8075" y="2723401"/>
            <a:ext cx="3211599" cy="2407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5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Google Shape;1356;p87"/>
          <p:cNvSpPr txBox="1"/>
          <p:nvPr>
            <p:ph type="title"/>
          </p:nvPr>
        </p:nvSpPr>
        <p:spPr>
          <a:xfrm>
            <a:off x="1650150" y="2383450"/>
            <a:ext cx="58437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Other countless architectures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0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p88"/>
          <p:cNvSpPr txBox="1"/>
          <p:nvPr>
            <p:ph type="title"/>
          </p:nvPr>
        </p:nvSpPr>
        <p:spPr>
          <a:xfrm>
            <a:off x="508875" y="403000"/>
            <a:ext cx="58437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Using Backbones for different tasks</a:t>
            </a:r>
            <a:endParaRPr/>
          </a:p>
        </p:txBody>
      </p:sp>
      <p:sp>
        <p:nvSpPr>
          <p:cNvPr id="1362" name="Google Shape;1362;p88"/>
          <p:cNvSpPr txBox="1"/>
          <p:nvPr/>
        </p:nvSpPr>
        <p:spPr>
          <a:xfrm>
            <a:off x="746900" y="1433075"/>
            <a:ext cx="75216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-"/>
            </a:pPr>
            <a:r>
              <a:rPr lang="en"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You can use Models that are trained on classification for example, as a backbone for an entirely different task such as segmentation, detection, etc, etc. and they already perform great.</a:t>
            </a:r>
            <a:endParaRPr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-"/>
            </a:pPr>
            <a:r>
              <a:rPr lang="en"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Though, better approaches have been discovered to avoid potential bias towards original task</a:t>
            </a:r>
            <a:endParaRPr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-"/>
            </a:pPr>
            <a:r>
              <a:rPr lang="en"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Some models are trained to understand visual information in general without being trained on a specific task such as classification, segmentation, ….</a:t>
            </a:r>
            <a:endParaRPr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-"/>
            </a:pPr>
            <a:r>
              <a:rPr lang="en"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One great example on such models is </a:t>
            </a:r>
            <a:r>
              <a:rPr b="1" lang="en"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DINO </a:t>
            </a:r>
            <a:r>
              <a:rPr lang="en"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backbone</a:t>
            </a:r>
            <a:endParaRPr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6" name="Shape 1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Google Shape;1367;p89"/>
          <p:cNvSpPr txBox="1"/>
          <p:nvPr>
            <p:ph type="title"/>
          </p:nvPr>
        </p:nvSpPr>
        <p:spPr>
          <a:xfrm>
            <a:off x="508875" y="403000"/>
            <a:ext cx="58437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DINO backbone</a:t>
            </a:r>
            <a:endParaRPr/>
          </a:p>
        </p:txBody>
      </p:sp>
      <p:sp>
        <p:nvSpPr>
          <p:cNvPr id="1368" name="Google Shape;1368;p89"/>
          <p:cNvSpPr txBox="1"/>
          <p:nvPr/>
        </p:nvSpPr>
        <p:spPr>
          <a:xfrm>
            <a:off x="746900" y="1433075"/>
            <a:ext cx="75216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-"/>
            </a:pPr>
            <a:r>
              <a:rPr lang="en"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Dino backbone is not trained on a specific downstream task like classification or segmentation</a:t>
            </a:r>
            <a:endParaRPr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-"/>
            </a:pPr>
            <a:r>
              <a:rPr lang="en"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It’s rather trained using something called </a:t>
            </a:r>
            <a:r>
              <a:rPr b="1" lang="en"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“self supervised learning”</a:t>
            </a:r>
            <a:endParaRPr b="1"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-"/>
            </a:pPr>
            <a:r>
              <a:rPr lang="en"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There are 3 DINO versions until now, each fixes the problems of the previous version and improves the overall performance and feature extraction capabilities</a:t>
            </a:r>
            <a:endParaRPr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-"/>
            </a:pPr>
            <a:r>
              <a:rPr lang="en"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They utilize the ViT architecture</a:t>
            </a:r>
            <a:endParaRPr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-"/>
            </a:pPr>
            <a:r>
              <a:rPr lang="en"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DINO is trained using a mechanism called self-distillation</a:t>
            </a:r>
            <a:endParaRPr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369" name="Google Shape;1369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7875" y="2850175"/>
            <a:ext cx="3208254" cy="211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3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Google Shape;1374;p90"/>
          <p:cNvSpPr txBox="1"/>
          <p:nvPr>
            <p:ph type="title"/>
          </p:nvPr>
        </p:nvSpPr>
        <p:spPr>
          <a:xfrm>
            <a:off x="508875" y="403000"/>
            <a:ext cx="58437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DINO backbone</a:t>
            </a:r>
            <a:endParaRPr/>
          </a:p>
        </p:txBody>
      </p:sp>
      <p:sp>
        <p:nvSpPr>
          <p:cNvPr id="1375" name="Google Shape;1375;p90"/>
          <p:cNvSpPr txBox="1"/>
          <p:nvPr/>
        </p:nvSpPr>
        <p:spPr>
          <a:xfrm>
            <a:off x="746900" y="1433075"/>
            <a:ext cx="752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-"/>
            </a:pPr>
            <a:r>
              <a:rPr lang="en"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DINO feature extraction capabilities</a:t>
            </a:r>
            <a:endParaRPr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376" name="Google Shape;1376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954775"/>
            <a:ext cx="8839197" cy="2329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0" name="Shape 1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Google Shape;1381;p91"/>
          <p:cNvSpPr txBox="1"/>
          <p:nvPr/>
        </p:nvSpPr>
        <p:spPr>
          <a:xfrm>
            <a:off x="1878150" y="2250000"/>
            <a:ext cx="5387700" cy="6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Thanks for your attention</a:t>
            </a:r>
            <a:endParaRPr b="1" sz="20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PER AGENDA">
  <a:themeElements>
    <a:clrScheme name="Simple Light">
      <a:dk1>
        <a:srgbClr val="E9E4DB"/>
      </a:dk1>
      <a:lt1>
        <a:srgbClr val="131313"/>
      </a:lt1>
      <a:dk2>
        <a:srgbClr val="E96A64"/>
      </a:dk2>
      <a:lt2>
        <a:srgbClr val="299F9C"/>
      </a:lt2>
      <a:accent1>
        <a:srgbClr val="C0534D"/>
      </a:accent1>
      <a:accent2>
        <a:srgbClr val="207D7B"/>
      </a:accent2>
      <a:accent3>
        <a:srgbClr val="6E9960"/>
      </a:accent3>
      <a:accent4>
        <a:srgbClr val="444746"/>
      </a:accent4>
      <a:accent5>
        <a:srgbClr val="CDC7B9"/>
      </a:accent5>
      <a:accent6>
        <a:srgbClr val="F5F5F5"/>
      </a:accent6>
      <a:hlink>
        <a:srgbClr val="577D4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