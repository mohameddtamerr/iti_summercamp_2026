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y="5143500" cx="9144000"/>
  <p:notesSz cx="6858000" cy="9144000"/>
  <p:embeddedFontLst>
    <p:embeddedFont>
      <p:font typeface="Manrope Light"/>
      <p:regular r:id="rId87"/>
      <p:bold r:id="rId88"/>
    </p:embeddedFont>
    <p:embeddedFont>
      <p:font typeface="Anton"/>
      <p:regular r:id="rId89"/>
    </p:embeddedFont>
    <p:embeddedFont>
      <p:font typeface="Manrope SemiBold"/>
      <p:regular r:id="rId90"/>
      <p:bold r:id="rId91"/>
    </p:embeddedFont>
    <p:embeddedFont>
      <p:font typeface="Manrope"/>
      <p:regular r:id="rId92"/>
      <p:bold r:id="rId93"/>
    </p:embeddedFont>
    <p:embeddedFont>
      <p:font typeface="Manrope ExtraBold"/>
      <p:bold r:id="rId94"/>
    </p:embeddedFont>
    <p:embeddedFont>
      <p:font typeface="Manrope Medium"/>
      <p:regular r:id="rId95"/>
      <p:bold r:id="rId9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font" Target="fonts/ManropeLight-bold.fntdata"/><Relationship Id="rId43" Type="http://schemas.openxmlformats.org/officeDocument/2006/relationships/slide" Target="slides/slide37.xml"/><Relationship Id="rId87" Type="http://schemas.openxmlformats.org/officeDocument/2006/relationships/font" Target="fonts/ManropeLight-regular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font" Target="fonts/Anton-regular.fnt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95" Type="http://schemas.openxmlformats.org/officeDocument/2006/relationships/font" Target="fonts/ManropeMedium-regular.fntdata"/><Relationship Id="rId50" Type="http://schemas.openxmlformats.org/officeDocument/2006/relationships/slide" Target="slides/slide44.xml"/><Relationship Id="rId94" Type="http://schemas.openxmlformats.org/officeDocument/2006/relationships/font" Target="fonts/ManropeExtraBold-bold.fntdata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96" Type="http://schemas.openxmlformats.org/officeDocument/2006/relationships/font" Target="fonts/ManropeMedium-bold.fntdata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font" Target="fonts/ManropeSemiBold-bold.fntdata"/><Relationship Id="rId90" Type="http://schemas.openxmlformats.org/officeDocument/2006/relationships/font" Target="fonts/ManropeSemiBold-regular.fntdata"/><Relationship Id="rId93" Type="http://schemas.openxmlformats.org/officeDocument/2006/relationships/font" Target="fonts/Manrope-bold.fntdata"/><Relationship Id="rId92" Type="http://schemas.openxmlformats.org/officeDocument/2006/relationships/font" Target="fonts/Manrope-regular.fntdata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f6877bc5b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f6877bc5b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3f6877bc5ba_1_10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3f6877bc5ba_1_10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f6874679d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3f6874679d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f3defc90e7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f3defc90e7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f3defc90e7_3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3f3defc90e7_3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f3defc90e7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f3defc90e7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f3defc90e7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f3defc90e7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3f3e030d0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3f3e030d0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3f3e030d08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3f3e030d08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3f3e030d08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" name="Google Shape;1129;g3f3e030d08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f3defc90e7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f3defc90e7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f3e030d086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3f3e030d086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g3f6874679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" name="Google Shape;1148;g3f6874679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f3defc90e7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f3defc90e7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f6874679d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f6874679d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f3e030d086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f3e030d086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f6874679d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5" name="Google Shape;1175;g3f6874679d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f3defc90e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3f3defc90e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f3defc90e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f3defc90e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3f3defc90e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3f3defc90e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f3defc90e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3f3defc90e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f3defc90e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f3defc90e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3f3defc90e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1" name="Google Shape;1221;g3f3defc90e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3f3defc90e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3f3defc90e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f3defc90e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3f3defc90e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3f3defc90e7_3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3f3defc90e7_3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3defc90e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f3defc90e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3f3defc90e7_3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3f3defc90e7_3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f3defc90e7_3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f3defc90e7_3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g3f3defc90e7_3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9" name="Google Shape;1269;g3f3defc90e7_3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3f3e030d08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3f3e030d08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بشوف ايه الاتجاه الي لو الويت دا اتحرك نحيته, اللوس هيبقى اعلى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انت ممكن تستغرب , ليه عايز ازوده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3f3e030d08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3f3e030d08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f3e030d08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f3e030d0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بشوف ايه الاتجاه الي لو الويت دا اتحرك نحيته, اللوس هيبقى اعلى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انت ممكن تستغرب , ليه عايز ازوده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f3e030d08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f3e030d08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بشوف ايه الاتجاه الي لو الويت دا اتحرك نحيته, اللوس هيبقى اعلى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انت ممكن تستغرب , ليه عايز ازوده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3f3e030d08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3f3e030d08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g3f3e030d086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" name="Google Shape;1309;g3f3e030d086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3f3defc90e7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3f3defc90e7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3f3e030d08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3f3e030d08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3f3e030d08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3f3e030d08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f3e030d08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3f3e030d08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3f3e030d08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3f3e030d08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3f3e030d08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3f3e030d08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3f3e030d08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3f3e030d08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f3e030d08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f3e030d08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g3f3e030d08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4" name="Google Shape;1364;g3f3e030d08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g3f3e030d086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0" name="Google Shape;1370;g3f3e030d086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3f3e030d08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3f3e030d08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g3f3e030d08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8" name="Google Shape;1388;g3f3e030d08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f3e030d086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3f3e030d086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f3e030d08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3f3e030d08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g3f3e030d08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7" name="Google Shape;1407;g3f3e030d08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3f3e030d08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3f3e030d08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3f3e030d08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3f3e030d08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f3e030d08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f3e030d08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g3f3e030d086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2" name="Google Shape;1432;g3f3e030d086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g3f3e030d086_1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3f3e030d086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g3f3e030d08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" name="Google Shape;1446;g3f3e030d08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g3f3e030d08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2" name="Google Shape;1452;g3f3e030d08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3f3e030d086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3f3e030d086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3f3e030d086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3f3e030d086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3f3e030d086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3f3e030d086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f3e030d086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f3e030d086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3f3e030d086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3f3e030d086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3f3e030d086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3f3e030d086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g3f3e030d086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g3f3e030d086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3f3e030d086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3f3e030d086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f3e030d086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f3e030d086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g3f3e030d086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6" name="Google Shape;1516;g3f3e030d086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3f3e030d086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3f3e030d086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3f3e030d086_1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3f3e030d086_1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f3e030d086_1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f3e030d086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g3f3e030d086_1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3" name="Google Shape;1543;g3f3e030d086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3f3e030d086_1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3f3e030d086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g3f3e030d086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5" name="Google Shape;1555;g3f3e030d086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3f3e030d086_1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3f3e030d086_1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f3e030d08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3f3e030d08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g3f3e030d086_1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5" name="Google Shape;1575;g3f3e030d086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f3e030d086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3f3e030d086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3f6729ced03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3f6729ced03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g3f6729ced03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2" name="Google Shape;1592;g3f6729ced0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TITLE">
  <p:cSld name="BLANK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23299" y="-8075"/>
            <a:ext cx="9190577" cy="5150040"/>
            <a:chOff x="11751" y="-6300"/>
            <a:chExt cx="9190577" cy="5150040"/>
          </a:xfrm>
        </p:grpSpPr>
        <p:grpSp>
          <p:nvGrpSpPr>
            <p:cNvPr id="55" name="Google Shape;55;p14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6" name="Google Shape;56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" name="Google Shape;57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" name="Google Shape;58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" name="Google Shape;59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" name="Google Shape;60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" name="Google Shape;61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" name="Google Shape;62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3" name="Google Shape;63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6" name="Google Shape;66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7" name="Google Shape;67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" name="Google Shape;68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" name="Google Shape;74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5" name="Google Shape;75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" name="Google Shape;76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" name="Google Shape;77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8" name="Google Shape;78;p14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79" name="Google Shape;79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0" name="Google Shape;80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" name="Google Shape;85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" name="Google Shape;86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01" name="Google Shape;101;p14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102" name="Google Shape;102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8" name="Google Shape;108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" name="Google Shape;111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3" name="Google Shape;113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4" name="Google Shape;114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5" name="Google Shape;115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8" name="Google Shape;118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9" name="Google Shape;119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0" name="Google Shape;120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2" name="Google Shape;122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3" name="Google Shape;123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24" name="Google Shape;124;p14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125" name="Google Shape;125;p14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6" name="Google Shape;126;p14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7" name="Google Shape;127;p14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" name="Google Shape;132;p14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" name="Google Shape;133;p14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" name="Google Shape;134;p14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" name="Google Shape;135;p14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6" name="Google Shape;136;p14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7" name="Google Shape;137;p14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8" name="Google Shape;138;p14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14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14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147" name="Google Shape;147;p14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Anton"/>
              <a:buNone/>
              <a:defRPr sz="6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"/>
          <p:cNvSpPr txBox="1"/>
          <p:nvPr>
            <p:ph idx="2" type="title"/>
          </p:nvPr>
        </p:nvSpPr>
        <p:spPr>
          <a:xfrm rot="-54379">
            <a:off x="5015453" y="3227438"/>
            <a:ext cx="1517290" cy="301238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" type="body"/>
          </p:nvPr>
        </p:nvSpPr>
        <p:spPr>
          <a:xfrm>
            <a:off x="2422100" y="4170725"/>
            <a:ext cx="4304400" cy="43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●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Light"/>
              <a:buChar char="○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Light"/>
              <a:buChar char="■"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0" name="Google Shape;150;p14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Manrope ExtraBold"/>
              <a:buNone/>
              <a:defRPr b="0"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Manrope ExtraBold"/>
              <a:buNone/>
              <a:defRPr sz="13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151" name="Google Shape;151;p14"/>
          <p:cNvSpPr txBox="1"/>
          <p:nvPr>
            <p:ph idx="4" type="subTitle"/>
          </p:nvPr>
        </p:nvSpPr>
        <p:spPr>
          <a:xfrm rot="-503039">
            <a:off x="2206578" y="1204399"/>
            <a:ext cx="2211838" cy="438184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Manrope"/>
              <a:buNone/>
              <a:defRPr b="1" sz="1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1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>
            <a:off x="0" y="0"/>
            <a:ext cx="9161700" cy="5143500"/>
          </a:xfrm>
          <a:prstGeom prst="snip1Rect">
            <a:avLst>
              <a:gd fmla="val 2416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4" name="Google Shape;154;p15"/>
          <p:cNvSpPr txBox="1"/>
          <p:nvPr>
            <p:ph type="title"/>
          </p:nvPr>
        </p:nvSpPr>
        <p:spPr>
          <a:xfrm>
            <a:off x="460500" y="2025700"/>
            <a:ext cx="4703100" cy="1821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b="0" sz="9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1" type="body"/>
          </p:nvPr>
        </p:nvSpPr>
        <p:spPr>
          <a:xfrm>
            <a:off x="460500" y="4085525"/>
            <a:ext cx="3501600" cy="59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56" name="Google Shape;156;p15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925650" y="1204025"/>
            <a:ext cx="40287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23850" lvl="1" marL="914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23850" lvl="2" marL="1371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23850" lvl="3" marL="1828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23850" lvl="4" marL="22860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23850" lvl="5" marL="27432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23850" lvl="6" marL="32004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●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23850" lvl="7" marL="36576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○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23850" lvl="8" marL="41148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anrope Medium"/>
              <a:buChar char="■"/>
              <a:defRPr sz="15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-6750" y="576950"/>
            <a:ext cx="9144146" cy="4114800"/>
            <a:chOff x="-6750" y="576950"/>
            <a:chExt cx="9144146" cy="4114800"/>
          </a:xfrm>
        </p:grpSpPr>
        <p:cxnSp>
          <p:nvCxnSpPr>
            <p:cNvPr id="160" name="Google Shape;160;p16"/>
            <p:cNvCxnSpPr/>
            <p:nvPr/>
          </p:nvCxnSpPr>
          <p:spPr>
            <a:xfrm>
              <a:off x="-6750" y="5769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16"/>
            <p:cNvCxnSpPr/>
            <p:nvPr/>
          </p:nvCxnSpPr>
          <p:spPr>
            <a:xfrm>
              <a:off x="-4" y="10913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16"/>
            <p:cNvCxnSpPr/>
            <p:nvPr/>
          </p:nvCxnSpPr>
          <p:spPr>
            <a:xfrm>
              <a:off x="-4" y="16056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16"/>
            <p:cNvCxnSpPr/>
            <p:nvPr/>
          </p:nvCxnSpPr>
          <p:spPr>
            <a:xfrm>
              <a:off x="-4" y="21200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6"/>
            <p:cNvCxnSpPr/>
            <p:nvPr/>
          </p:nvCxnSpPr>
          <p:spPr>
            <a:xfrm>
              <a:off x="-4" y="26343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16"/>
            <p:cNvCxnSpPr/>
            <p:nvPr/>
          </p:nvCxnSpPr>
          <p:spPr>
            <a:xfrm>
              <a:off x="-4" y="31487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16"/>
            <p:cNvCxnSpPr/>
            <p:nvPr/>
          </p:nvCxnSpPr>
          <p:spPr>
            <a:xfrm>
              <a:off x="-4" y="36630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16"/>
            <p:cNvCxnSpPr/>
            <p:nvPr/>
          </p:nvCxnSpPr>
          <p:spPr>
            <a:xfrm>
              <a:off x="-4" y="417740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16"/>
            <p:cNvCxnSpPr/>
            <p:nvPr/>
          </p:nvCxnSpPr>
          <p:spPr>
            <a:xfrm>
              <a:off x="-4" y="4691750"/>
              <a:ext cx="91374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9" name="Google Shape;169;p16"/>
          <p:cNvCxnSpPr/>
          <p:nvPr/>
        </p:nvCxnSpPr>
        <p:spPr>
          <a:xfrm>
            <a:off x="7103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>
            <a:off x="66482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>
            <a:off x="245425" y="1542047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45425" y="3599460"/>
            <a:ext cx="132600" cy="1272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3" name="Google Shape;173;p16"/>
          <p:cNvSpPr txBox="1"/>
          <p:nvPr>
            <p:ph type="title"/>
          </p:nvPr>
        </p:nvSpPr>
        <p:spPr>
          <a:xfrm rot="-289081">
            <a:off x="587746" y="495097"/>
            <a:ext cx="2100221" cy="569601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Font typeface="Anton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Quarter's Goals">
  <p:cSld name="CUSTOM_1_1_3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7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176" name="Google Shape;176;p17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17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7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7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7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17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17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17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17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5" name="Google Shape;185;p17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" name="Google Shape;186;p17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187" name="Google Shape;187;p17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188" name="Google Shape;188;p17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189" name="Google Shape;189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0" name="Google Shape;190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1" name="Google Shape;191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2" name="Google Shape;192;p17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196" name="Google Shape;196;p17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197" name="Google Shape;197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8" name="Google Shape;198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199" name="Google Shape;199;p17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00" name="Google Shape;200;p17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01" name="Google Shape;201;p17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02" name="Google Shape;202;p17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03" name="Google Shape;203;p17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04" name="Google Shape;204;p17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body"/>
          </p:nvPr>
        </p:nvSpPr>
        <p:spPr>
          <a:xfrm>
            <a:off x="3993050" y="2658175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6" name="Google Shape;206;p17"/>
          <p:cNvSpPr txBox="1"/>
          <p:nvPr>
            <p:ph idx="2" type="body"/>
          </p:nvPr>
        </p:nvSpPr>
        <p:spPr>
          <a:xfrm>
            <a:off x="3993050" y="36684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7" name="Google Shape;207;p17"/>
          <p:cNvSpPr txBox="1"/>
          <p:nvPr>
            <p:ph idx="3" type="body"/>
          </p:nvPr>
        </p:nvSpPr>
        <p:spPr>
          <a:xfrm>
            <a:off x="3993050" y="1644550"/>
            <a:ext cx="4312800" cy="101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4" type="title"/>
          </p:nvPr>
        </p:nvSpPr>
        <p:spPr>
          <a:xfrm>
            <a:off x="1075800" y="2925625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09" name="Google Shape;209;p17"/>
          <p:cNvSpPr txBox="1"/>
          <p:nvPr>
            <p:ph idx="5" type="title"/>
          </p:nvPr>
        </p:nvSpPr>
        <p:spPr>
          <a:xfrm>
            <a:off x="1075800" y="39359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0" name="Google Shape;210;p17"/>
          <p:cNvSpPr txBox="1"/>
          <p:nvPr>
            <p:ph idx="6" type="title"/>
          </p:nvPr>
        </p:nvSpPr>
        <p:spPr>
          <a:xfrm>
            <a:off x="1075800" y="1912000"/>
            <a:ext cx="29172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17"/>
          <p:cNvSpPr txBox="1"/>
          <p:nvPr>
            <p:ph idx="7" type="title"/>
          </p:nvPr>
        </p:nvSpPr>
        <p:spPr>
          <a:xfrm>
            <a:off x="543400" y="19120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2" name="Google Shape;212;p17"/>
          <p:cNvSpPr txBox="1"/>
          <p:nvPr>
            <p:ph idx="8" type="title"/>
          </p:nvPr>
        </p:nvSpPr>
        <p:spPr>
          <a:xfrm>
            <a:off x="543400" y="2925625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13" name="Google Shape;213;p17"/>
          <p:cNvSpPr txBox="1"/>
          <p:nvPr>
            <p:ph idx="9" type="title"/>
          </p:nvPr>
        </p:nvSpPr>
        <p:spPr>
          <a:xfrm>
            <a:off x="543400" y="3935900"/>
            <a:ext cx="4728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b="0" sz="18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anrope Medium"/>
              <a:buNone/>
              <a:defRPr sz="18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1_1_1_3_1"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>
            <p:ph type="title"/>
          </p:nvPr>
        </p:nvSpPr>
        <p:spPr>
          <a:xfrm rot="276584">
            <a:off x="5845454" y="1487909"/>
            <a:ext cx="2123971" cy="49600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18"/>
          <p:cNvSpPr txBox="1"/>
          <p:nvPr>
            <p:ph idx="1" type="body"/>
          </p:nvPr>
        </p:nvSpPr>
        <p:spPr>
          <a:xfrm rot="274997">
            <a:off x="5798057" y="2041282"/>
            <a:ext cx="2121183" cy="603735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7" name="Google Shape;217;p18"/>
          <p:cNvSpPr txBox="1"/>
          <p:nvPr>
            <p:ph idx="2" type="title"/>
          </p:nvPr>
        </p:nvSpPr>
        <p:spPr>
          <a:xfrm rot="-689737">
            <a:off x="3250012" y="1354783"/>
            <a:ext cx="2124008" cy="49592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" name="Google Shape;218;p18"/>
          <p:cNvSpPr txBox="1"/>
          <p:nvPr>
            <p:ph idx="3" type="body"/>
          </p:nvPr>
        </p:nvSpPr>
        <p:spPr>
          <a:xfrm rot="-691086">
            <a:off x="3372841" y="1897943"/>
            <a:ext cx="2121422" cy="603767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title"/>
          </p:nvPr>
        </p:nvSpPr>
        <p:spPr>
          <a:xfrm>
            <a:off x="508875" y="1801500"/>
            <a:ext cx="2645400" cy="16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400"/>
              <a:buNone/>
              <a:defRPr b="0"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20" name="Google Shape;220;p18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24" name="Google Shape;224;p18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8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18"/>
          <p:cNvSpPr txBox="1"/>
          <p:nvPr>
            <p:ph idx="5" type="title"/>
          </p:nvPr>
        </p:nvSpPr>
        <p:spPr>
          <a:xfrm rot="486">
            <a:off x="4078754" y="2803718"/>
            <a:ext cx="21240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6" type="body"/>
          </p:nvPr>
        </p:nvSpPr>
        <p:spPr>
          <a:xfrm rot="-972">
            <a:off x="4080134" y="3359087"/>
            <a:ext cx="2121300" cy="603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">
  <p:cSld name="CUSTOM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oogle Shape;229;p19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30" name="Google Shape;230;p19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9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9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9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9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9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9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19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19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39" name="Google Shape;239;p19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0" name="Google Shape;240;p19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241" name="Google Shape;241;p19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242" name="Google Shape;242;p19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3" name="Google Shape;243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4" name="Google Shape;244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5" name="Google Shape;245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46" name="Google Shape;246;p19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247" name="Google Shape;247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8" name="Google Shape;248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49" name="Google Shape;249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0" name="Google Shape;250;p19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251" name="Google Shape;251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2" name="Google Shape;252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3" name="Google Shape;253;p19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254" name="Google Shape;254;p19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255" name="Google Shape;255;p19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256" name="Google Shape;256;p19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257" name="Google Shape;257;p19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58" name="Google Shape;258;p19"/>
          <p:cNvSpPr txBox="1"/>
          <p:nvPr>
            <p:ph type="title"/>
          </p:nvPr>
        </p:nvSpPr>
        <p:spPr>
          <a:xfrm>
            <a:off x="87132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59" name="Google Shape;259;p19"/>
          <p:cNvSpPr txBox="1"/>
          <p:nvPr>
            <p:ph idx="2" type="title"/>
          </p:nvPr>
        </p:nvSpPr>
        <p:spPr>
          <a:xfrm>
            <a:off x="3587619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0" name="Google Shape;260;p19"/>
          <p:cNvSpPr txBox="1"/>
          <p:nvPr>
            <p:ph idx="3" type="title"/>
          </p:nvPr>
        </p:nvSpPr>
        <p:spPr>
          <a:xfrm>
            <a:off x="6179075" y="720750"/>
            <a:ext cx="23004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/>
            </a:lvl9pPr>
          </a:lstStyle>
          <a:p/>
        </p:txBody>
      </p:sp>
      <p:sp>
        <p:nvSpPr>
          <p:cNvPr id="261" name="Google Shape;261;p19"/>
          <p:cNvSpPr/>
          <p:nvPr>
            <p:ph idx="4" type="pic"/>
          </p:nvPr>
        </p:nvSpPr>
        <p:spPr>
          <a:xfrm>
            <a:off x="895300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9"/>
          <p:cNvSpPr/>
          <p:nvPr>
            <p:ph idx="5" type="pic"/>
          </p:nvPr>
        </p:nvSpPr>
        <p:spPr>
          <a:xfrm>
            <a:off x="360577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19"/>
          <p:cNvSpPr/>
          <p:nvPr>
            <p:ph idx="6" type="pic"/>
          </p:nvPr>
        </p:nvSpPr>
        <p:spPr>
          <a:xfrm>
            <a:off x="6197225" y="1487250"/>
            <a:ext cx="2264100" cy="27297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19"/>
          <p:cNvSpPr txBox="1"/>
          <p:nvPr>
            <p:ph idx="1" type="subTitle"/>
          </p:nvPr>
        </p:nvSpPr>
        <p:spPr>
          <a:xfrm>
            <a:off x="1187675" y="4299825"/>
            <a:ext cx="1667700" cy="22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 rot="-214117">
            <a:off x="3902250" y="4346193"/>
            <a:ext cx="1667634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8" type="subTitle"/>
          </p:nvPr>
        </p:nvSpPr>
        <p:spPr>
          <a:xfrm rot="215969">
            <a:off x="6495540" y="4324572"/>
            <a:ext cx="1667690" cy="22634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, body and image">
  <p:cSld name="BLANK_1_1_1_1_1_1_1_1_1_1_1_1"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0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9" name="Google Shape;269;p20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0" name="Google Shape;270;p20"/>
          <p:cNvSpPr/>
          <p:nvPr/>
        </p:nvSpPr>
        <p:spPr>
          <a:xfrm rot="134178">
            <a:off x="5002593" y="293901"/>
            <a:ext cx="3782581" cy="4555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1" name="Google Shape;271;p20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2" name="Google Shape;272;p20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BLANK_1_1_1_1_1_1_1_1_1_1_1_1_2_1">
    <p:bg>
      <p:bgPr>
        <a:solidFill>
          <a:schemeClr val="lt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 rot="482751">
            <a:off x="407815" y="419618"/>
            <a:ext cx="3577314" cy="430840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6" name="Google Shape;276;p21"/>
          <p:cNvSpPr/>
          <p:nvPr>
            <p:ph idx="2" type="pic"/>
          </p:nvPr>
        </p:nvSpPr>
        <p:spPr>
          <a:xfrm>
            <a:off x="4372975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 rot="-98716">
            <a:off x="327421" y="293858"/>
            <a:ext cx="3782459" cy="455587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8" name="Google Shape;278;p21"/>
          <p:cNvSpPr txBox="1"/>
          <p:nvPr>
            <p:ph type="title"/>
          </p:nvPr>
        </p:nvSpPr>
        <p:spPr>
          <a:xfrm rot="-108624">
            <a:off x="673475" y="530154"/>
            <a:ext cx="3038717" cy="61381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79" name="Google Shape;279;p21"/>
          <p:cNvSpPr txBox="1"/>
          <p:nvPr>
            <p:ph idx="1" type="body"/>
          </p:nvPr>
        </p:nvSpPr>
        <p:spPr>
          <a:xfrm flipH="1" rot="-131721">
            <a:off x="577990" y="3865770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3">
  <p:cSld name="BLANK_1_1_1_1_1_1_1_1_1_1_1_1_2"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2"/>
          <p:cNvSpPr/>
          <p:nvPr/>
        </p:nvSpPr>
        <p:spPr>
          <a:xfrm rot="-300782">
            <a:off x="5105280" y="419634"/>
            <a:ext cx="3577384" cy="43082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2" name="Google Shape;282;p22"/>
          <p:cNvSpPr/>
          <p:nvPr>
            <p:ph idx="2" type="pic"/>
          </p:nvPr>
        </p:nvSpPr>
        <p:spPr>
          <a:xfrm>
            <a:off x="2050" y="2050"/>
            <a:ext cx="477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3" name="Google Shape;283;p22"/>
          <p:cNvSpPr/>
          <p:nvPr/>
        </p:nvSpPr>
        <p:spPr>
          <a:xfrm rot="134178">
            <a:off x="5002660" y="293903"/>
            <a:ext cx="3782581" cy="455567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4" name="Google Shape;284;p22"/>
          <p:cNvSpPr txBox="1"/>
          <p:nvPr>
            <p:ph idx="1" type="body"/>
          </p:nvPr>
        </p:nvSpPr>
        <p:spPr>
          <a:xfrm rot="119438">
            <a:off x="5194650" y="1261934"/>
            <a:ext cx="3281881" cy="2287382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type="title"/>
          </p:nvPr>
        </p:nvSpPr>
        <p:spPr>
          <a:xfrm rot="124275">
            <a:off x="5368207" y="536624"/>
            <a:ext cx="3037985" cy="6145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286" name="Google Shape;286;p22"/>
          <p:cNvSpPr txBox="1"/>
          <p:nvPr>
            <p:ph idx="3" type="body"/>
          </p:nvPr>
        </p:nvSpPr>
        <p:spPr>
          <a:xfrm rot="131721">
            <a:off x="5123776" y="3854495"/>
            <a:ext cx="3281408" cy="61635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●"/>
              <a:defRPr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Font typeface="Manrope Medium"/>
              <a:buChar char="○"/>
              <a:defRPr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Font typeface="Manrope Medium"/>
              <a:buChar char="■"/>
              <a:defRPr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">
  <p:cSld name="CUSTOM_1_1_3_1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2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289" name="Google Shape;289;p2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98" name="Google Shape;298;p23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9" name="Google Shape;299;p23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300" name="Google Shape;300;p23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301" name="Google Shape;301;p23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2" name="Google Shape;302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3" name="Google Shape;303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4" name="Google Shape;304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5" name="Google Shape;305;p23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306" name="Google Shape;306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7" name="Google Shape;307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08" name="Google Shape;308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09" name="Google Shape;309;p23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310" name="Google Shape;310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1" name="Google Shape;311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2" name="Google Shape;312;p23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313" name="Google Shape;313;p23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314" name="Google Shape;314;p23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315" name="Google Shape;315;p23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316" name="Google Shape;316;p23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>
            <p:ph idx="1" type="body"/>
          </p:nvPr>
        </p:nvSpPr>
        <p:spPr>
          <a:xfrm rot="-188853">
            <a:off x="683183" y="2219155"/>
            <a:ext cx="1890452" cy="14863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grpSp>
        <p:nvGrpSpPr>
          <p:cNvPr id="321" name="Google Shape;321;p24"/>
          <p:cNvGrpSpPr/>
          <p:nvPr/>
        </p:nvGrpSpPr>
        <p:grpSpPr>
          <a:xfrm>
            <a:off x="8663938" y="3954675"/>
            <a:ext cx="502925" cy="1209925"/>
            <a:chOff x="8642600" y="3954675"/>
            <a:chExt cx="502925" cy="1209925"/>
          </a:xfrm>
        </p:grpSpPr>
        <p:sp>
          <p:nvSpPr>
            <p:cNvPr id="322" name="Google Shape;322;p24"/>
            <p:cNvSpPr/>
            <p:nvPr/>
          </p:nvSpPr>
          <p:spPr>
            <a:xfrm>
              <a:off x="8642600" y="3954675"/>
              <a:ext cx="502925" cy="1196325"/>
            </a:xfrm>
            <a:custGeom>
              <a:rect b="b" l="l" r="r" t="t"/>
              <a:pathLst>
                <a:path extrusionOk="0" h="47853" w="20117">
                  <a:moveTo>
                    <a:pt x="20117" y="0"/>
                  </a:moveTo>
                  <a:lnTo>
                    <a:pt x="20117" y="47853"/>
                  </a:lnTo>
                  <a:lnTo>
                    <a:pt x="0" y="478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cxnSp>
          <p:nvCxnSpPr>
            <p:cNvPr id="323" name="Google Shape;323;p24"/>
            <p:cNvCxnSpPr/>
            <p:nvPr/>
          </p:nvCxnSpPr>
          <p:spPr>
            <a:xfrm flipH="1">
              <a:off x="8779700" y="4349200"/>
              <a:ext cx="358200" cy="8154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4" name="Google Shape;324;p24"/>
          <p:cNvSpPr txBox="1"/>
          <p:nvPr>
            <p:ph idx="2" type="body"/>
          </p:nvPr>
        </p:nvSpPr>
        <p:spPr>
          <a:xfrm rot="124964">
            <a:off x="5014631" y="765881"/>
            <a:ext cx="1890349" cy="148628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3" type="body"/>
          </p:nvPr>
        </p:nvSpPr>
        <p:spPr>
          <a:xfrm rot="351430">
            <a:off x="3021711" y="3296608"/>
            <a:ext cx="1890268" cy="1486173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4" type="body"/>
          </p:nvPr>
        </p:nvSpPr>
        <p:spPr>
          <a:xfrm rot="3819">
            <a:off x="6728901" y="3168092"/>
            <a:ext cx="1890601" cy="148590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●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○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nrope Medium"/>
              <a:buChar char="■"/>
              <a:defRPr sz="10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type="title"/>
          </p:nvPr>
        </p:nvSpPr>
        <p:spPr>
          <a:xfrm>
            <a:off x="513300" y="375350"/>
            <a:ext cx="2796300" cy="65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8" name="Google Shape;328;p24"/>
          <p:cNvSpPr txBox="1"/>
          <p:nvPr>
            <p:ph idx="5" type="subTitle"/>
          </p:nvPr>
        </p:nvSpPr>
        <p:spPr>
          <a:xfrm rot="-226014">
            <a:off x="619152" y="1527866"/>
            <a:ext cx="1890484" cy="5477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6" type="subTitle"/>
          </p:nvPr>
        </p:nvSpPr>
        <p:spPr>
          <a:xfrm rot="126162">
            <a:off x="5024491" y="108292"/>
            <a:ext cx="1970527" cy="54966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0" name="Google Shape;330;p24"/>
          <p:cNvSpPr txBox="1"/>
          <p:nvPr>
            <p:ph idx="7" type="subTitle"/>
          </p:nvPr>
        </p:nvSpPr>
        <p:spPr>
          <a:xfrm rot="348762">
            <a:off x="3115150" y="2659506"/>
            <a:ext cx="1943191" cy="54609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331" name="Google Shape;331;p24"/>
          <p:cNvSpPr txBox="1"/>
          <p:nvPr>
            <p:ph idx="8" type="subTitle"/>
          </p:nvPr>
        </p:nvSpPr>
        <p:spPr>
          <a:xfrm rot="-59757">
            <a:off x="6687978" y="2476634"/>
            <a:ext cx="1915789" cy="54968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3000"/>
              <a:buFont typeface="Anton"/>
              <a:buNone/>
              <a:defRPr sz="30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BLANK_1_1_1_1_1_1_1_1">
    <p:bg>
      <p:bgPr>
        <a:solidFill>
          <a:schemeClr val="lt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5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25"/>
          <p:cNvSpPr txBox="1"/>
          <p:nvPr/>
        </p:nvSpPr>
        <p:spPr>
          <a:xfrm>
            <a:off x="5712000" y="3474850"/>
            <a:ext cx="7329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en" sz="72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“</a:t>
            </a:r>
            <a:endParaRPr i="1" sz="7200">
              <a:solidFill>
                <a:schemeClr val="lt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335" name="Google Shape;335;p25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6" name="Google Shape;336;p25"/>
          <p:cNvSpPr txBox="1"/>
          <p:nvPr>
            <p:ph idx="2" type="title"/>
          </p:nvPr>
        </p:nvSpPr>
        <p:spPr>
          <a:xfrm rot="-173518">
            <a:off x="5146753" y="4343806"/>
            <a:ext cx="1974114" cy="245408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0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37" name="Google Shape;337;p2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8" name="Google Shape;338;p2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0" name="Google Shape;340;p2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41" name="Google Shape;341;p2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2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5"/>
          <p:cNvSpPr txBox="1"/>
          <p:nvPr>
            <p:ph idx="3" type="title"/>
          </p:nvPr>
        </p:nvSpPr>
        <p:spPr>
          <a:xfrm rot="-130161">
            <a:off x="5805931" y="3651002"/>
            <a:ext cx="2662908" cy="73313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BLANK_1_1_1_1_1_1_1_1_2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6"/>
          <p:cNvGrpSpPr/>
          <p:nvPr/>
        </p:nvGrpSpPr>
        <p:grpSpPr>
          <a:xfrm>
            <a:off x="0" y="-6300"/>
            <a:ext cx="9143705" cy="5150040"/>
            <a:chOff x="11751" y="-6300"/>
            <a:chExt cx="9190577" cy="5150040"/>
          </a:xfrm>
        </p:grpSpPr>
        <p:grpSp>
          <p:nvGrpSpPr>
            <p:cNvPr id="346" name="Google Shape;346;p26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347" name="Google Shape;347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69" name="Google Shape;369;p26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370" name="Google Shape;370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4" name="Google Shape;384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5" name="Google Shape;385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6" name="Google Shape;386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2" name="Google Shape;392;p26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393" name="Google Shape;393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5" name="Google Shape;395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6" name="Google Shape;396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1" name="Google Shape;401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3" name="Google Shape;403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4" name="Google Shape;404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5" name="Google Shape;405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7" name="Google Shape;407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2" name="Google Shape;412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3" name="Google Shape;413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4" name="Google Shape;414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15" name="Google Shape;415;p26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416" name="Google Shape;416;p26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7" name="Google Shape;417;p26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8" name="Google Shape;418;p26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19" name="Google Shape;419;p26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0" name="Google Shape;420;p26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1" name="Google Shape;421;p26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2" name="Google Shape;422;p26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3" name="Google Shape;423;p26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4" name="Google Shape;424;p26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5" name="Google Shape;425;p26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6" name="Google Shape;426;p26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7" name="Google Shape;427;p26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8" name="Google Shape;428;p26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1" name="Google Shape;431;p26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2" name="Google Shape;432;p26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26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26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26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26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438" name="Google Shape;438;p26"/>
          <p:cNvSpPr txBox="1"/>
          <p:nvPr>
            <p:ph type="title"/>
          </p:nvPr>
        </p:nvSpPr>
        <p:spPr>
          <a:xfrm>
            <a:off x="508875" y="874875"/>
            <a:ext cx="3003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39" name="Google Shape;439;p26"/>
          <p:cNvSpPr txBox="1"/>
          <p:nvPr>
            <p:ph idx="1" type="body"/>
          </p:nvPr>
        </p:nvSpPr>
        <p:spPr>
          <a:xfrm>
            <a:off x="508875" y="1539275"/>
            <a:ext cx="3488400" cy="11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0" name="Google Shape;440;p26"/>
          <p:cNvSpPr txBox="1"/>
          <p:nvPr>
            <p:ph idx="2" type="title"/>
          </p:nvPr>
        </p:nvSpPr>
        <p:spPr>
          <a:xfrm rot="-173518">
            <a:off x="5146753" y="4388081"/>
            <a:ext cx="1974114" cy="245408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441" name="Google Shape;441;p26"/>
          <p:cNvSpPr txBox="1"/>
          <p:nvPr>
            <p:ph idx="3" type="title"/>
          </p:nvPr>
        </p:nvSpPr>
        <p:spPr>
          <a:xfrm rot="-130161">
            <a:off x="5801505" y="3629872"/>
            <a:ext cx="2662908" cy="6322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BLANK_1_1_1_1_1_1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27"/>
          <p:cNvGrpSpPr/>
          <p:nvPr/>
        </p:nvGrpSpPr>
        <p:grpSpPr>
          <a:xfrm>
            <a:off x="0" y="939481"/>
            <a:ext cx="9144000" cy="3964219"/>
            <a:chOff x="0" y="939481"/>
            <a:chExt cx="9144000" cy="3964219"/>
          </a:xfrm>
        </p:grpSpPr>
        <p:cxnSp>
          <p:nvCxnSpPr>
            <p:cNvPr id="444" name="Google Shape;444;p27"/>
            <p:cNvCxnSpPr/>
            <p:nvPr/>
          </p:nvCxnSpPr>
          <p:spPr>
            <a:xfrm>
              <a:off x="0" y="939481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5" name="Google Shape;445;p27"/>
            <p:cNvCxnSpPr/>
            <p:nvPr/>
          </p:nvCxnSpPr>
          <p:spPr>
            <a:xfrm>
              <a:off x="0" y="2846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6" name="Google Shape;446;p27"/>
            <p:cNvCxnSpPr/>
            <p:nvPr/>
          </p:nvCxnSpPr>
          <p:spPr>
            <a:xfrm>
              <a:off x="0" y="3074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7" name="Google Shape;447;p27"/>
            <p:cNvCxnSpPr/>
            <p:nvPr/>
          </p:nvCxnSpPr>
          <p:spPr>
            <a:xfrm>
              <a:off x="0" y="3303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8" name="Google Shape;448;p27"/>
            <p:cNvCxnSpPr/>
            <p:nvPr/>
          </p:nvCxnSpPr>
          <p:spPr>
            <a:xfrm>
              <a:off x="0" y="3532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9" name="Google Shape;449;p27"/>
            <p:cNvCxnSpPr/>
            <p:nvPr/>
          </p:nvCxnSpPr>
          <p:spPr>
            <a:xfrm>
              <a:off x="0" y="3760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0" name="Google Shape;450;p27"/>
            <p:cNvCxnSpPr/>
            <p:nvPr/>
          </p:nvCxnSpPr>
          <p:spPr>
            <a:xfrm>
              <a:off x="0" y="39893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1" name="Google Shape;451;p27"/>
            <p:cNvCxnSpPr/>
            <p:nvPr/>
          </p:nvCxnSpPr>
          <p:spPr>
            <a:xfrm>
              <a:off x="0" y="42179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2" name="Google Shape;452;p27"/>
            <p:cNvCxnSpPr/>
            <p:nvPr/>
          </p:nvCxnSpPr>
          <p:spPr>
            <a:xfrm>
              <a:off x="0" y="44465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3" name="Google Shape;453;p27"/>
            <p:cNvCxnSpPr/>
            <p:nvPr/>
          </p:nvCxnSpPr>
          <p:spPr>
            <a:xfrm>
              <a:off x="0" y="46751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54" name="Google Shape;454;p27"/>
            <p:cNvCxnSpPr/>
            <p:nvPr/>
          </p:nvCxnSpPr>
          <p:spPr>
            <a:xfrm>
              <a:off x="0" y="4903700"/>
              <a:ext cx="9144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55" name="Google Shape;455;p27"/>
          <p:cNvSpPr/>
          <p:nvPr/>
        </p:nvSpPr>
        <p:spPr>
          <a:xfrm rot="341415">
            <a:off x="4870163" y="329972"/>
            <a:ext cx="3279862" cy="460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56" name="Google Shape;456;p27"/>
          <p:cNvGrpSpPr/>
          <p:nvPr/>
        </p:nvGrpSpPr>
        <p:grpSpPr>
          <a:xfrm rot="341264">
            <a:off x="4864199" y="350512"/>
            <a:ext cx="184449" cy="4334311"/>
            <a:chOff x="5380497" y="383100"/>
            <a:chExt cx="189628" cy="4456010"/>
          </a:xfrm>
        </p:grpSpPr>
        <p:grpSp>
          <p:nvGrpSpPr>
            <p:cNvPr id="457" name="Google Shape;457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58" name="Google Shape;45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59" name="Google Shape;45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0" name="Google Shape;46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1" name="Google Shape;46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62" name="Google Shape;46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3" name="Google Shape;46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64" name="Google Shape;46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65" name="Google Shape;46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66" name="Google Shape;46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67" name="Google Shape;467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468" name="Google Shape;46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69" name="Google Shape;46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0" name="Google Shape;47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1" name="Google Shape;47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72" name="Google Shape;47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3" name="Google Shape;47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74" name="Google Shape;47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75" name="Google Shape;47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76" name="Google Shape;47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77" name="Google Shape;477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478" name="Google Shape;47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79" name="Google Shape;47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0" name="Google Shape;48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1" name="Google Shape;48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82" name="Google Shape;48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3" name="Google Shape;48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84" name="Google Shape;484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485" name="Google Shape;485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86" name="Google Shape;486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487" name="Google Shape;487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488" name="Google Shape;488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89" name="Google Shape;489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0" name="Google Shape;490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491" name="Google Shape;491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492" name="Google Shape;492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3" name="Google Shape;493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494" name="Google Shape;494;p27"/>
          <p:cNvSpPr/>
          <p:nvPr/>
        </p:nvSpPr>
        <p:spPr>
          <a:xfrm>
            <a:off x="5136896" y="329628"/>
            <a:ext cx="3280500" cy="460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495" name="Google Shape;495;p27"/>
          <p:cNvGrpSpPr/>
          <p:nvPr/>
        </p:nvGrpSpPr>
        <p:grpSpPr>
          <a:xfrm>
            <a:off x="5137471" y="504148"/>
            <a:ext cx="184470" cy="4334807"/>
            <a:chOff x="5380497" y="383100"/>
            <a:chExt cx="189628" cy="4456010"/>
          </a:xfrm>
        </p:grpSpPr>
        <p:grpSp>
          <p:nvGrpSpPr>
            <p:cNvPr id="496" name="Google Shape;496;p27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497" name="Google Shape;49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498" name="Google Shape;49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499" name="Google Shape;49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0" name="Google Shape;50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01" name="Google Shape;50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2" name="Google Shape;50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03" name="Google Shape;50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04" name="Google Shape;50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5" name="Google Shape;50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06" name="Google Shape;506;p27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507" name="Google Shape;50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08" name="Google Shape;50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09" name="Google Shape;50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0" name="Google Shape;51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11" name="Google Shape;51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2" name="Google Shape;51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13" name="Google Shape;51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14" name="Google Shape;51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5" name="Google Shape;51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16" name="Google Shape;516;p27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517" name="Google Shape;51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18" name="Google Shape;51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19" name="Google Shape;51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0" name="Google Shape;52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21" name="Google Shape;52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2" name="Google Shape;52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23" name="Google Shape;523;p27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524" name="Google Shape;524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5" name="Google Shape;525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526" name="Google Shape;526;p27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527" name="Google Shape;527;p27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528" name="Google Shape;528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29" name="Google Shape;529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530" name="Google Shape;530;p27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531" name="Google Shape;531;p27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532" name="Google Shape;532;p27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533" name="Google Shape;533;p27"/>
          <p:cNvSpPr txBox="1"/>
          <p:nvPr>
            <p:ph idx="1" type="body"/>
          </p:nvPr>
        </p:nvSpPr>
        <p:spPr>
          <a:xfrm>
            <a:off x="5586600" y="641275"/>
            <a:ext cx="2627700" cy="31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534" name="Google Shape;534;p27"/>
          <p:cNvSpPr txBox="1"/>
          <p:nvPr>
            <p:ph type="title"/>
          </p:nvPr>
        </p:nvSpPr>
        <p:spPr>
          <a:xfrm>
            <a:off x="521275" y="525800"/>
            <a:ext cx="20949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2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Notes ">
  <p:cSld name="CUSTOM_2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8"/>
          <p:cNvGrpSpPr/>
          <p:nvPr/>
        </p:nvGrpSpPr>
        <p:grpSpPr>
          <a:xfrm>
            <a:off x="0" y="-6300"/>
            <a:ext cx="9162087" cy="5150040"/>
            <a:chOff x="11751" y="-6300"/>
            <a:chExt cx="9190577" cy="5150040"/>
          </a:xfrm>
        </p:grpSpPr>
        <p:grpSp>
          <p:nvGrpSpPr>
            <p:cNvPr id="537" name="Google Shape;537;p28"/>
            <p:cNvGrpSpPr/>
            <p:nvPr/>
          </p:nvGrpSpPr>
          <p:grpSpPr>
            <a:xfrm>
              <a:off x="11751" y="-6300"/>
              <a:ext cx="4777902" cy="2703033"/>
              <a:chOff x="11750" y="-6290"/>
              <a:chExt cx="9125100" cy="5162400"/>
            </a:xfrm>
          </p:grpSpPr>
          <p:cxnSp>
            <p:nvCxnSpPr>
              <p:cNvPr id="538" name="Google Shape;538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0" name="Google Shape;540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1" name="Google Shape;541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2" name="Google Shape;542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3" name="Google Shape;543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4" name="Google Shape;544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5" name="Google Shape;545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6" name="Google Shape;546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60" name="Google Shape;560;p28"/>
            <p:cNvGrpSpPr/>
            <p:nvPr/>
          </p:nvGrpSpPr>
          <p:grpSpPr>
            <a:xfrm>
              <a:off x="11751" y="2440707"/>
              <a:ext cx="4777902" cy="2703033"/>
              <a:chOff x="11750" y="-6290"/>
              <a:chExt cx="9125100" cy="5162400"/>
            </a:xfrm>
          </p:grpSpPr>
          <p:cxnSp>
            <p:nvCxnSpPr>
              <p:cNvPr id="561" name="Google Shape;561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4" name="Google Shape;564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5" name="Google Shape;565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6" name="Google Shape;566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7" name="Google Shape;567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8" name="Google Shape;568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9" name="Google Shape;569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0" name="Google Shape;570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1" name="Google Shape;571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2" name="Google Shape;572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3" name="Google Shape;573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4" name="Google Shape;574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5" name="Google Shape;575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6" name="Google Shape;576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7" name="Google Shape;577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8" name="Google Shape;578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79" name="Google Shape;579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0" name="Google Shape;580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28"/>
            <p:cNvGrpSpPr/>
            <p:nvPr/>
          </p:nvGrpSpPr>
          <p:grpSpPr>
            <a:xfrm>
              <a:off x="4424426" y="-6300"/>
              <a:ext cx="4777902" cy="2703033"/>
              <a:chOff x="11750" y="-6290"/>
              <a:chExt cx="9125100" cy="5162400"/>
            </a:xfrm>
          </p:grpSpPr>
          <p:cxnSp>
            <p:nvCxnSpPr>
              <p:cNvPr id="584" name="Google Shape;584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5" name="Google Shape;585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8" name="Google Shape;588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9" name="Google Shape;589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0" name="Google Shape;590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3" name="Google Shape;593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4" name="Google Shape;594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5" name="Google Shape;595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8" name="Google Shape;598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9" name="Google Shape;599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0" name="Google Shape;600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3" name="Google Shape;603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4" name="Google Shape;604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5" name="Google Shape;605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606" name="Google Shape;606;p28"/>
            <p:cNvGrpSpPr/>
            <p:nvPr/>
          </p:nvGrpSpPr>
          <p:grpSpPr>
            <a:xfrm>
              <a:off x="4424426" y="2440707"/>
              <a:ext cx="4777902" cy="2703033"/>
              <a:chOff x="11750" y="-6290"/>
              <a:chExt cx="9125100" cy="5162400"/>
            </a:xfrm>
          </p:grpSpPr>
          <p:cxnSp>
            <p:nvCxnSpPr>
              <p:cNvPr id="607" name="Google Shape;607;p28"/>
              <p:cNvCxnSpPr/>
              <p:nvPr/>
            </p:nvCxnSpPr>
            <p:spPr>
              <a:xfrm>
                <a:off x="7055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8" name="Google Shape;608;p28"/>
              <p:cNvCxnSpPr/>
              <p:nvPr/>
            </p:nvCxnSpPr>
            <p:spPr>
              <a:xfrm>
                <a:off x="13993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9" name="Google Shape;609;p28"/>
              <p:cNvCxnSpPr/>
              <p:nvPr/>
            </p:nvCxnSpPr>
            <p:spPr>
              <a:xfrm>
                <a:off x="21049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0" name="Google Shape;610;p28"/>
              <p:cNvCxnSpPr/>
              <p:nvPr/>
            </p:nvCxnSpPr>
            <p:spPr>
              <a:xfrm>
                <a:off x="2813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1" name="Google Shape;611;p28"/>
              <p:cNvCxnSpPr/>
              <p:nvPr/>
            </p:nvCxnSpPr>
            <p:spPr>
              <a:xfrm>
                <a:off x="3507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2" name="Google Shape;612;p28"/>
              <p:cNvCxnSpPr/>
              <p:nvPr/>
            </p:nvCxnSpPr>
            <p:spPr>
              <a:xfrm>
                <a:off x="4212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3" name="Google Shape;613;p28"/>
              <p:cNvCxnSpPr/>
              <p:nvPr/>
            </p:nvCxnSpPr>
            <p:spPr>
              <a:xfrm>
                <a:off x="49214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4" name="Google Shape;614;p28"/>
              <p:cNvCxnSpPr/>
              <p:nvPr/>
            </p:nvCxnSpPr>
            <p:spPr>
              <a:xfrm>
                <a:off x="561521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5" name="Google Shape;615;p28"/>
              <p:cNvCxnSpPr/>
              <p:nvPr/>
            </p:nvCxnSpPr>
            <p:spPr>
              <a:xfrm>
                <a:off x="6320766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6" name="Google Shape;616;p28"/>
              <p:cNvCxnSpPr/>
              <p:nvPr/>
            </p:nvCxnSpPr>
            <p:spPr>
              <a:xfrm>
                <a:off x="70394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7" name="Google Shape;617;p28"/>
              <p:cNvCxnSpPr/>
              <p:nvPr/>
            </p:nvCxnSpPr>
            <p:spPr>
              <a:xfrm>
                <a:off x="773329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8" name="Google Shape;618;p28"/>
              <p:cNvCxnSpPr/>
              <p:nvPr/>
            </p:nvCxnSpPr>
            <p:spPr>
              <a:xfrm>
                <a:off x="8438841" y="-6290"/>
                <a:ext cx="0" cy="5162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19" name="Google Shape;619;p28"/>
              <p:cNvCxnSpPr/>
              <p:nvPr/>
            </p:nvCxnSpPr>
            <p:spPr>
              <a:xfrm>
                <a:off x="11750" y="482125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0" name="Google Shape;620;p28"/>
              <p:cNvCxnSpPr/>
              <p:nvPr/>
            </p:nvCxnSpPr>
            <p:spPr>
              <a:xfrm>
                <a:off x="11750" y="935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1" name="Google Shape;621;p28"/>
              <p:cNvCxnSpPr/>
              <p:nvPr/>
            </p:nvCxnSpPr>
            <p:spPr>
              <a:xfrm>
                <a:off x="11750" y="14028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2" name="Google Shape;622;p28"/>
              <p:cNvCxnSpPr/>
              <p:nvPr/>
            </p:nvCxnSpPr>
            <p:spPr>
              <a:xfrm>
                <a:off x="11750" y="1870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3" name="Google Shape;623;p28"/>
              <p:cNvCxnSpPr/>
              <p:nvPr/>
            </p:nvCxnSpPr>
            <p:spPr>
              <a:xfrm>
                <a:off x="11750" y="23380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4" name="Google Shape;624;p28"/>
              <p:cNvCxnSpPr/>
              <p:nvPr/>
            </p:nvCxnSpPr>
            <p:spPr>
              <a:xfrm>
                <a:off x="11750" y="28056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5" name="Google Shape;625;p28"/>
              <p:cNvCxnSpPr/>
              <p:nvPr/>
            </p:nvCxnSpPr>
            <p:spPr>
              <a:xfrm>
                <a:off x="11750" y="32732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6" name="Google Shape;626;p28"/>
              <p:cNvCxnSpPr/>
              <p:nvPr/>
            </p:nvCxnSpPr>
            <p:spPr>
              <a:xfrm>
                <a:off x="11750" y="37479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7" name="Google Shape;627;p28"/>
              <p:cNvCxnSpPr/>
              <p:nvPr/>
            </p:nvCxnSpPr>
            <p:spPr>
              <a:xfrm>
                <a:off x="11750" y="420840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28" name="Google Shape;628;p28"/>
              <p:cNvCxnSpPr/>
              <p:nvPr/>
            </p:nvCxnSpPr>
            <p:spPr>
              <a:xfrm>
                <a:off x="11750" y="4668850"/>
                <a:ext cx="9125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629" name="Google Shape;629;p28"/>
          <p:cNvSpPr txBox="1"/>
          <p:nvPr>
            <p:ph type="title"/>
          </p:nvPr>
        </p:nvSpPr>
        <p:spPr>
          <a:xfrm>
            <a:off x="532800" y="1269600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0" name="Google Shape;630;p28"/>
          <p:cNvSpPr txBox="1"/>
          <p:nvPr>
            <p:ph idx="1" type="subTitle"/>
          </p:nvPr>
        </p:nvSpPr>
        <p:spPr>
          <a:xfrm>
            <a:off x="520800" y="1711450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28"/>
          <p:cNvSpPr txBox="1"/>
          <p:nvPr>
            <p:ph idx="2" type="subTitle"/>
          </p:nvPr>
        </p:nvSpPr>
        <p:spPr>
          <a:xfrm>
            <a:off x="531875" y="2928325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28"/>
          <p:cNvSpPr txBox="1"/>
          <p:nvPr>
            <p:ph idx="3" type="title"/>
          </p:nvPr>
        </p:nvSpPr>
        <p:spPr>
          <a:xfrm rot="139861">
            <a:off x="3291201" y="1217875"/>
            <a:ext cx="2618467" cy="47289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3" name="Google Shape;633;p28"/>
          <p:cNvSpPr txBox="1"/>
          <p:nvPr>
            <p:ph idx="4" type="subTitle"/>
          </p:nvPr>
        </p:nvSpPr>
        <p:spPr>
          <a:xfrm rot="139761">
            <a:off x="3245632" y="1659003"/>
            <a:ext cx="2642483" cy="1240624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4" name="Google Shape;634;p28"/>
          <p:cNvSpPr txBox="1"/>
          <p:nvPr>
            <p:ph idx="5" type="subTitle"/>
          </p:nvPr>
        </p:nvSpPr>
        <p:spPr>
          <a:xfrm rot="139861">
            <a:off x="3224189" y="2875212"/>
            <a:ext cx="2618467" cy="395132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28"/>
          <p:cNvSpPr txBox="1"/>
          <p:nvPr>
            <p:ph idx="6" type="title"/>
          </p:nvPr>
        </p:nvSpPr>
        <p:spPr>
          <a:xfrm>
            <a:off x="5994100" y="1252413"/>
            <a:ext cx="2618400" cy="472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b="0" sz="1900"/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36" name="Google Shape;636;p28"/>
          <p:cNvSpPr txBox="1"/>
          <p:nvPr>
            <p:ph idx="7" type="subTitle"/>
          </p:nvPr>
        </p:nvSpPr>
        <p:spPr>
          <a:xfrm>
            <a:off x="5982100" y="1694263"/>
            <a:ext cx="2642400" cy="12405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28"/>
          <p:cNvSpPr txBox="1"/>
          <p:nvPr>
            <p:ph idx="8" type="subTitle"/>
          </p:nvPr>
        </p:nvSpPr>
        <p:spPr>
          <a:xfrm>
            <a:off x="5993175" y="2911138"/>
            <a:ext cx="2618400" cy="39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000" u="sng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28"/>
          <p:cNvSpPr txBox="1"/>
          <p:nvPr>
            <p:ph idx="9" type="subTitle"/>
          </p:nvPr>
        </p:nvSpPr>
        <p:spPr>
          <a:xfrm>
            <a:off x="3254000" y="3461675"/>
            <a:ext cx="25293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9" name="Google Shape;639;p28"/>
          <p:cNvSpPr txBox="1"/>
          <p:nvPr>
            <p:ph idx="13" type="subTitle"/>
          </p:nvPr>
        </p:nvSpPr>
        <p:spPr>
          <a:xfrm>
            <a:off x="3254000" y="384047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0" name="Google Shape;640;p28"/>
          <p:cNvSpPr txBox="1"/>
          <p:nvPr>
            <p:ph idx="14" type="subTitle"/>
          </p:nvPr>
        </p:nvSpPr>
        <p:spPr>
          <a:xfrm rot="-143344">
            <a:off x="503564" y="3472782"/>
            <a:ext cx="2526096" cy="935014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28"/>
          <p:cNvSpPr txBox="1"/>
          <p:nvPr>
            <p:ph idx="15" type="subTitle"/>
          </p:nvPr>
        </p:nvSpPr>
        <p:spPr>
          <a:xfrm rot="-143157">
            <a:off x="515751" y="3848927"/>
            <a:ext cx="2644693" cy="761165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28"/>
          <p:cNvSpPr txBox="1"/>
          <p:nvPr>
            <p:ph idx="16" type="subTitle"/>
          </p:nvPr>
        </p:nvSpPr>
        <p:spPr>
          <a:xfrm>
            <a:off x="5975950" y="3457125"/>
            <a:ext cx="2506800" cy="935100"/>
          </a:xfrm>
          <a:prstGeom prst="rect">
            <a:avLst/>
          </a:prstGeom>
        </p:spPr>
        <p:txBody>
          <a:bodyPr anchorCtr="0" anchor="ctr" bIns="91425" lIns="182875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28"/>
          <p:cNvSpPr txBox="1"/>
          <p:nvPr>
            <p:ph idx="17" type="subTitle"/>
          </p:nvPr>
        </p:nvSpPr>
        <p:spPr>
          <a:xfrm>
            <a:off x="5975950" y="3835925"/>
            <a:ext cx="2644800" cy="7611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, Subtitle and Note">
  <p:cSld name="CUSTOM_1_1_2_2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9"/>
          <p:cNvSpPr txBox="1"/>
          <p:nvPr>
            <p:ph idx="1" type="body"/>
          </p:nvPr>
        </p:nvSpPr>
        <p:spPr>
          <a:xfrm>
            <a:off x="509725" y="1130288"/>
            <a:ext cx="417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Char char="■"/>
              <a:defRPr/>
            </a:lvl9pPr>
          </a:lstStyle>
          <a:p/>
        </p:txBody>
      </p:sp>
      <p:cxnSp>
        <p:nvCxnSpPr>
          <p:cNvPr id="646" name="Google Shape;646;p29"/>
          <p:cNvCxnSpPr/>
          <p:nvPr/>
        </p:nvCxnSpPr>
        <p:spPr>
          <a:xfrm>
            <a:off x="0" y="2846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9"/>
          <p:cNvCxnSpPr/>
          <p:nvPr/>
        </p:nvCxnSpPr>
        <p:spPr>
          <a:xfrm>
            <a:off x="0" y="3074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9"/>
          <p:cNvCxnSpPr/>
          <p:nvPr/>
        </p:nvCxnSpPr>
        <p:spPr>
          <a:xfrm>
            <a:off x="0" y="3303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9"/>
          <p:cNvCxnSpPr/>
          <p:nvPr/>
        </p:nvCxnSpPr>
        <p:spPr>
          <a:xfrm>
            <a:off x="0" y="3532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9"/>
          <p:cNvCxnSpPr/>
          <p:nvPr/>
        </p:nvCxnSpPr>
        <p:spPr>
          <a:xfrm>
            <a:off x="0" y="3760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9"/>
          <p:cNvCxnSpPr/>
          <p:nvPr/>
        </p:nvCxnSpPr>
        <p:spPr>
          <a:xfrm>
            <a:off x="0" y="39893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9"/>
          <p:cNvCxnSpPr/>
          <p:nvPr/>
        </p:nvCxnSpPr>
        <p:spPr>
          <a:xfrm>
            <a:off x="0" y="42179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9"/>
          <p:cNvCxnSpPr/>
          <p:nvPr/>
        </p:nvCxnSpPr>
        <p:spPr>
          <a:xfrm>
            <a:off x="0" y="44465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9"/>
          <p:cNvCxnSpPr/>
          <p:nvPr/>
        </p:nvCxnSpPr>
        <p:spPr>
          <a:xfrm>
            <a:off x="0" y="46751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9"/>
          <p:cNvCxnSpPr/>
          <p:nvPr/>
        </p:nvCxnSpPr>
        <p:spPr>
          <a:xfrm>
            <a:off x="0" y="49037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9"/>
          <p:cNvCxnSpPr/>
          <p:nvPr/>
        </p:nvCxnSpPr>
        <p:spPr>
          <a:xfrm>
            <a:off x="0" y="939481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9"/>
          <p:cNvSpPr txBox="1"/>
          <p:nvPr>
            <p:ph type="title"/>
          </p:nvPr>
        </p:nvSpPr>
        <p:spPr>
          <a:xfrm>
            <a:off x="509725" y="525800"/>
            <a:ext cx="4785900" cy="6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58" name="Google Shape;658;p29"/>
          <p:cNvSpPr txBox="1"/>
          <p:nvPr>
            <p:ph idx="2" type="subTitle"/>
          </p:nvPr>
        </p:nvSpPr>
        <p:spPr>
          <a:xfrm rot="-182546">
            <a:off x="5376031" y="2587214"/>
            <a:ext cx="3108782" cy="501711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29"/>
          <p:cNvSpPr txBox="1"/>
          <p:nvPr>
            <p:ph idx="3" type="subTitle"/>
          </p:nvPr>
        </p:nvSpPr>
        <p:spPr>
          <a:xfrm rot="-182643">
            <a:off x="5853959" y="3074975"/>
            <a:ext cx="2977201" cy="1813059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6 Notes">
  <p:cSld name="CUSTOM_1_1_2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0"/>
          <p:cNvSpPr txBox="1"/>
          <p:nvPr>
            <p:ph idx="1" type="subTitle"/>
          </p:nvPr>
        </p:nvSpPr>
        <p:spPr>
          <a:xfrm>
            <a:off x="267785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30"/>
          <p:cNvSpPr txBox="1"/>
          <p:nvPr>
            <p:ph type="title"/>
          </p:nvPr>
        </p:nvSpPr>
        <p:spPr>
          <a:xfrm>
            <a:off x="52780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663" name="Google Shape;663;p30"/>
          <p:cNvSpPr txBox="1"/>
          <p:nvPr>
            <p:ph idx="2" type="title"/>
          </p:nvPr>
        </p:nvSpPr>
        <p:spPr>
          <a:xfrm>
            <a:off x="751835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4" name="Google Shape;664;p30"/>
          <p:cNvSpPr txBox="1"/>
          <p:nvPr>
            <p:ph idx="3" type="title"/>
          </p:nvPr>
        </p:nvSpPr>
        <p:spPr>
          <a:xfrm>
            <a:off x="304517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5" name="Google Shape;665;p30"/>
          <p:cNvSpPr txBox="1"/>
          <p:nvPr>
            <p:ph idx="4" type="title"/>
          </p:nvPr>
        </p:nvSpPr>
        <p:spPr>
          <a:xfrm>
            <a:off x="52706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6" name="Google Shape;666;p30"/>
          <p:cNvSpPr txBox="1"/>
          <p:nvPr>
            <p:ph idx="5" type="title"/>
          </p:nvPr>
        </p:nvSpPr>
        <p:spPr>
          <a:xfrm>
            <a:off x="7510925" y="2827013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/>
            </a:lvl9pPr>
          </a:lstStyle>
          <a:p/>
        </p:txBody>
      </p:sp>
      <p:sp>
        <p:nvSpPr>
          <p:cNvPr id="667" name="Google Shape;667;p30"/>
          <p:cNvSpPr txBox="1"/>
          <p:nvPr>
            <p:ph idx="6" type="title"/>
          </p:nvPr>
        </p:nvSpPr>
        <p:spPr>
          <a:xfrm>
            <a:off x="521275" y="525800"/>
            <a:ext cx="18975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30"/>
          <p:cNvSpPr/>
          <p:nvPr/>
        </p:nvSpPr>
        <p:spPr>
          <a:xfrm>
            <a:off x="673550" y="3164224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73550" y="3413020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673550" y="366181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673550" y="3910626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673550" y="4159422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673550" y="4408217"/>
            <a:ext cx="132600" cy="1326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674" name="Google Shape;674;p30"/>
          <p:cNvGrpSpPr/>
          <p:nvPr/>
        </p:nvGrpSpPr>
        <p:grpSpPr>
          <a:xfrm>
            <a:off x="666102" y="3359600"/>
            <a:ext cx="1540800" cy="1232286"/>
            <a:chOff x="666102" y="3359600"/>
            <a:chExt cx="1540800" cy="1232286"/>
          </a:xfrm>
        </p:grpSpPr>
        <p:cxnSp>
          <p:nvCxnSpPr>
            <p:cNvPr id="675" name="Google Shape;675;p30"/>
            <p:cNvCxnSpPr/>
            <p:nvPr/>
          </p:nvCxnSpPr>
          <p:spPr>
            <a:xfrm>
              <a:off x="666102" y="3359600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30"/>
            <p:cNvCxnSpPr/>
            <p:nvPr/>
          </p:nvCxnSpPr>
          <p:spPr>
            <a:xfrm>
              <a:off x="666102" y="360308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30"/>
            <p:cNvCxnSpPr/>
            <p:nvPr/>
          </p:nvCxnSpPr>
          <p:spPr>
            <a:xfrm>
              <a:off x="666102" y="3846561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30"/>
            <p:cNvCxnSpPr/>
            <p:nvPr/>
          </p:nvCxnSpPr>
          <p:spPr>
            <a:xfrm>
              <a:off x="666102" y="4090042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0"/>
            <p:cNvCxnSpPr/>
            <p:nvPr/>
          </p:nvCxnSpPr>
          <p:spPr>
            <a:xfrm>
              <a:off x="666102" y="4340963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0"/>
            <p:cNvCxnSpPr/>
            <p:nvPr/>
          </p:nvCxnSpPr>
          <p:spPr>
            <a:xfrm>
              <a:off x="666102" y="4591886"/>
              <a:ext cx="1540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81" name="Google Shape;681;p30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2" name="Google Shape;682;p30"/>
          <p:cNvGrpSpPr/>
          <p:nvPr/>
        </p:nvGrpSpPr>
        <p:grpSpPr>
          <a:xfrm>
            <a:off x="114406" y="175123"/>
            <a:ext cx="134104" cy="4750255"/>
            <a:chOff x="114406" y="175123"/>
            <a:chExt cx="134104" cy="4750255"/>
          </a:xfrm>
        </p:grpSpPr>
        <p:grpSp>
          <p:nvGrpSpPr>
            <p:cNvPr id="683" name="Google Shape;683;p30"/>
            <p:cNvGrpSpPr/>
            <p:nvPr/>
          </p:nvGrpSpPr>
          <p:grpSpPr>
            <a:xfrm>
              <a:off x="114406" y="175123"/>
              <a:ext cx="134104" cy="4334807"/>
              <a:chOff x="5432271" y="383100"/>
              <a:chExt cx="137854" cy="4456010"/>
            </a:xfrm>
          </p:grpSpPr>
          <p:grpSp>
            <p:nvGrpSpPr>
              <p:cNvPr id="684" name="Google Shape;684;p30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5" name="Google Shape;685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6" name="Google Shape;686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87" name="Google Shape;687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88" name="Google Shape;688;p30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689" name="Google Shape;689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0" name="Google Shape;690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1" name="Google Shape;691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2" name="Google Shape;692;p30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693" name="Google Shape;693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4" name="Google Shape;694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5" name="Google Shape;695;p30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696" name="Google Shape;696;p30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697" name="Google Shape;697;p30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698" name="Google Shape;698;p30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699" name="Google Shape;699;p30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700" name="Google Shape;700;p30"/>
          <p:cNvSpPr txBox="1"/>
          <p:nvPr>
            <p:ph idx="7" type="title"/>
          </p:nvPr>
        </p:nvSpPr>
        <p:spPr>
          <a:xfrm rot="-269417">
            <a:off x="593100" y="2197119"/>
            <a:ext cx="1597905" cy="68007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1" name="Google Shape;701;p30"/>
          <p:cNvSpPr txBox="1"/>
          <p:nvPr>
            <p:ph idx="8" type="title"/>
          </p:nvPr>
        </p:nvSpPr>
        <p:spPr>
          <a:xfrm>
            <a:off x="3052600" y="277788"/>
            <a:ext cx="1032000" cy="2922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702" name="Google Shape;702;p30"/>
          <p:cNvSpPr txBox="1"/>
          <p:nvPr>
            <p:ph idx="9" type="subTitle"/>
          </p:nvPr>
        </p:nvSpPr>
        <p:spPr>
          <a:xfrm>
            <a:off x="48660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3" name="Google Shape;703;p30"/>
          <p:cNvSpPr txBox="1"/>
          <p:nvPr>
            <p:ph idx="13" type="subTitle"/>
          </p:nvPr>
        </p:nvSpPr>
        <p:spPr>
          <a:xfrm>
            <a:off x="7085600" y="665250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4" name="Google Shape;704;p30"/>
          <p:cNvSpPr txBox="1"/>
          <p:nvPr>
            <p:ph idx="14" type="subTitle"/>
          </p:nvPr>
        </p:nvSpPr>
        <p:spPr>
          <a:xfrm>
            <a:off x="267785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30"/>
          <p:cNvSpPr txBox="1"/>
          <p:nvPr>
            <p:ph idx="15" type="subTitle"/>
          </p:nvPr>
        </p:nvSpPr>
        <p:spPr>
          <a:xfrm>
            <a:off x="48660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30"/>
          <p:cNvSpPr txBox="1"/>
          <p:nvPr>
            <p:ph idx="16" type="subTitle"/>
          </p:nvPr>
        </p:nvSpPr>
        <p:spPr>
          <a:xfrm>
            <a:off x="7085600" y="3251325"/>
            <a:ext cx="1897500" cy="7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BLANK_1_1_1_2">
    <p:bg>
      <p:bgPr>
        <a:solidFill>
          <a:schemeClr val="lt2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1"/>
          <p:cNvSpPr/>
          <p:nvPr/>
        </p:nvSpPr>
        <p:spPr>
          <a:xfrm>
            <a:off x="2341800" y="0"/>
            <a:ext cx="6802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9" name="Google Shape;709;p31"/>
          <p:cNvSpPr txBox="1"/>
          <p:nvPr>
            <p:ph idx="1" type="body"/>
          </p:nvPr>
        </p:nvSpPr>
        <p:spPr>
          <a:xfrm>
            <a:off x="2802500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grpSp>
        <p:nvGrpSpPr>
          <p:cNvPr id="710" name="Google Shape;710;p31"/>
          <p:cNvGrpSpPr/>
          <p:nvPr/>
        </p:nvGrpSpPr>
        <p:grpSpPr>
          <a:xfrm rot="5400000">
            <a:off x="6680877" y="-2076119"/>
            <a:ext cx="184470" cy="4334807"/>
            <a:chOff x="5380497" y="383100"/>
            <a:chExt cx="189628" cy="4456010"/>
          </a:xfrm>
        </p:grpSpPr>
        <p:grpSp>
          <p:nvGrpSpPr>
            <p:cNvPr id="711" name="Google Shape;711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12" name="Google Shape;71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13" name="Google Shape;71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4" name="Google Shape;71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5" name="Google Shape;71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16" name="Google Shape;71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17" name="Google Shape;71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18" name="Google Shape;71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19" name="Google Shape;71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0" name="Google Shape;72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21" name="Google Shape;721;p31"/>
            <p:cNvGrpSpPr/>
            <p:nvPr/>
          </p:nvGrpSpPr>
          <p:grpSpPr>
            <a:xfrm>
              <a:off x="5380497" y="1678500"/>
              <a:ext cx="189628" cy="981668"/>
              <a:chOff x="5380497" y="383100"/>
              <a:chExt cx="189628" cy="981668"/>
            </a:xfrm>
          </p:grpSpPr>
          <p:grpSp>
            <p:nvGrpSpPr>
              <p:cNvPr id="722" name="Google Shape;72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23" name="Google Shape;72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4" name="Google Shape;72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5" name="Google Shape;72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26" name="Google Shape;72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27" name="Google Shape;72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28" name="Google Shape;72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29" name="Google Shape;72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0" name="Google Shape;73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31" name="Google Shape;731;p31"/>
            <p:cNvGrpSpPr/>
            <p:nvPr/>
          </p:nvGrpSpPr>
          <p:grpSpPr>
            <a:xfrm>
              <a:off x="5380497" y="2973900"/>
              <a:ext cx="189628" cy="981668"/>
              <a:chOff x="5380497" y="383100"/>
              <a:chExt cx="189628" cy="981668"/>
            </a:xfrm>
          </p:grpSpPr>
          <p:grpSp>
            <p:nvGrpSpPr>
              <p:cNvPr id="732" name="Google Shape;73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33" name="Google Shape;73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4" name="Google Shape;73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5" name="Google Shape;73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36" name="Google Shape;73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37" name="Google Shape;73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38" name="Google Shape;738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39" name="Google Shape;739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0" name="Google Shape;740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41" name="Google Shape;741;p31"/>
            <p:cNvGrpSpPr/>
            <p:nvPr/>
          </p:nvGrpSpPr>
          <p:grpSpPr>
            <a:xfrm>
              <a:off x="5380497" y="4269300"/>
              <a:ext cx="189628" cy="569810"/>
              <a:chOff x="5380497" y="383100"/>
              <a:chExt cx="189628" cy="569810"/>
            </a:xfrm>
          </p:grpSpPr>
          <p:grpSp>
            <p:nvGrpSpPr>
              <p:cNvPr id="742" name="Google Shape;742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43" name="Google Shape;743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45" name="Google Shape;745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46" name="Google Shape;746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47" name="Google Shape;747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grpSp>
        <p:nvGrpSpPr>
          <p:cNvPr id="748" name="Google Shape;748;p31"/>
          <p:cNvGrpSpPr/>
          <p:nvPr/>
        </p:nvGrpSpPr>
        <p:grpSpPr>
          <a:xfrm rot="5400000">
            <a:off x="3292843" y="-815956"/>
            <a:ext cx="184470" cy="1814476"/>
            <a:chOff x="5380497" y="383100"/>
            <a:chExt cx="189628" cy="1865210"/>
          </a:xfrm>
        </p:grpSpPr>
        <p:grpSp>
          <p:nvGrpSpPr>
            <p:cNvPr id="749" name="Google Shape;749;p31"/>
            <p:cNvGrpSpPr/>
            <p:nvPr/>
          </p:nvGrpSpPr>
          <p:grpSpPr>
            <a:xfrm>
              <a:off x="5380497" y="383100"/>
              <a:ext cx="189628" cy="981668"/>
              <a:chOff x="5380497" y="383100"/>
              <a:chExt cx="189628" cy="981668"/>
            </a:xfrm>
          </p:grpSpPr>
          <p:grpSp>
            <p:nvGrpSpPr>
              <p:cNvPr id="750" name="Google Shape;75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51" name="Google Shape;75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2" name="Google Shape;75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3" name="Google Shape;75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54" name="Google Shape;75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5" name="Google Shape;75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56" name="Google Shape;756;p31"/>
              <p:cNvGrpSpPr/>
              <p:nvPr/>
            </p:nvGrpSpPr>
            <p:grpSpPr>
              <a:xfrm>
                <a:off x="5382151" y="1233968"/>
                <a:ext cx="187974" cy="130800"/>
                <a:chOff x="4804925" y="764100"/>
                <a:chExt cx="187974" cy="130800"/>
              </a:xfrm>
            </p:grpSpPr>
            <p:sp>
              <p:nvSpPr>
                <p:cNvPr id="757" name="Google Shape;757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58" name="Google Shape;758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grpSp>
          <p:nvGrpSpPr>
            <p:cNvPr id="759" name="Google Shape;759;p31"/>
            <p:cNvGrpSpPr/>
            <p:nvPr/>
          </p:nvGrpSpPr>
          <p:grpSpPr>
            <a:xfrm>
              <a:off x="5380497" y="1678500"/>
              <a:ext cx="189628" cy="569810"/>
              <a:chOff x="5380497" y="383100"/>
              <a:chExt cx="189628" cy="569810"/>
            </a:xfrm>
          </p:grpSpPr>
          <p:grpSp>
            <p:nvGrpSpPr>
              <p:cNvPr id="760" name="Google Shape;760;p31"/>
              <p:cNvGrpSpPr/>
              <p:nvPr/>
            </p:nvGrpSpPr>
            <p:grpSpPr>
              <a:xfrm>
                <a:off x="5380497" y="383100"/>
                <a:ext cx="187974" cy="130800"/>
                <a:chOff x="4804925" y="764100"/>
                <a:chExt cx="187974" cy="130800"/>
              </a:xfrm>
            </p:grpSpPr>
            <p:sp>
              <p:nvSpPr>
                <p:cNvPr id="761" name="Google Shape;761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2" name="Google Shape;762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763" name="Google Shape;763;p31"/>
              <p:cNvGrpSpPr/>
              <p:nvPr/>
            </p:nvGrpSpPr>
            <p:grpSpPr>
              <a:xfrm>
                <a:off x="5382151" y="822110"/>
                <a:ext cx="187974" cy="130800"/>
                <a:chOff x="4804925" y="764100"/>
                <a:chExt cx="187974" cy="130800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4856699" y="764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4804925" y="811200"/>
                  <a:ext cx="61800" cy="366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</p:grpSp>
      <p:sp>
        <p:nvSpPr>
          <p:cNvPr id="766" name="Google Shape;766;p31"/>
          <p:cNvSpPr txBox="1"/>
          <p:nvPr>
            <p:ph type="title"/>
          </p:nvPr>
        </p:nvSpPr>
        <p:spPr>
          <a:xfrm>
            <a:off x="423975" y="3065225"/>
            <a:ext cx="1758900" cy="184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cxnSp>
        <p:nvCxnSpPr>
          <p:cNvPr id="767" name="Google Shape;767;p31"/>
          <p:cNvCxnSpPr/>
          <p:nvPr/>
        </p:nvCxnSpPr>
        <p:spPr>
          <a:xfrm>
            <a:off x="249750" y="-22275"/>
            <a:ext cx="0" cy="51774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31"/>
          <p:cNvCxnSpPr/>
          <p:nvPr/>
        </p:nvCxnSpPr>
        <p:spPr>
          <a:xfrm>
            <a:off x="177000" y="-14750"/>
            <a:ext cx="0" cy="5158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9" name="Google Shape;769;p31"/>
          <p:cNvSpPr txBox="1"/>
          <p:nvPr>
            <p:ph idx="2" type="title"/>
          </p:nvPr>
        </p:nvSpPr>
        <p:spPr>
          <a:xfrm>
            <a:off x="2802725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0" name="Google Shape;770;p31"/>
          <p:cNvSpPr txBox="1"/>
          <p:nvPr>
            <p:ph idx="3" type="body"/>
          </p:nvPr>
        </p:nvSpPr>
        <p:spPr>
          <a:xfrm>
            <a:off x="6214525" y="100140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1" name="Google Shape;771;p31"/>
          <p:cNvSpPr txBox="1"/>
          <p:nvPr>
            <p:ph idx="4" type="title"/>
          </p:nvPr>
        </p:nvSpPr>
        <p:spPr>
          <a:xfrm>
            <a:off x="6214750" y="49230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2" name="Google Shape;772;p31"/>
          <p:cNvSpPr txBox="1"/>
          <p:nvPr>
            <p:ph idx="5" type="body"/>
          </p:nvPr>
        </p:nvSpPr>
        <p:spPr>
          <a:xfrm>
            <a:off x="2802500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3" name="Google Shape;773;p31"/>
          <p:cNvSpPr txBox="1"/>
          <p:nvPr>
            <p:ph idx="6" type="title"/>
          </p:nvPr>
        </p:nvSpPr>
        <p:spPr>
          <a:xfrm>
            <a:off x="2802725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774" name="Google Shape;774;p31"/>
          <p:cNvSpPr txBox="1"/>
          <p:nvPr>
            <p:ph idx="7" type="body"/>
          </p:nvPr>
        </p:nvSpPr>
        <p:spPr>
          <a:xfrm>
            <a:off x="6214525" y="3442350"/>
            <a:ext cx="2465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775" name="Google Shape;775;p31"/>
          <p:cNvSpPr txBox="1"/>
          <p:nvPr>
            <p:ph idx="8" type="title"/>
          </p:nvPr>
        </p:nvSpPr>
        <p:spPr>
          <a:xfrm>
            <a:off x="6214750" y="2933250"/>
            <a:ext cx="2465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 Agenda 1">
  <p:cSld name="BLANK_1_1_1_1_1_1_1_1_1_3">
    <p:bg>
      <p:bgPr>
        <a:solidFill>
          <a:schemeClr val="lt1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32"/>
          <p:cNvSpPr/>
          <p:nvPr/>
        </p:nvSpPr>
        <p:spPr>
          <a:xfrm>
            <a:off x="995475" y="201175"/>
            <a:ext cx="7341600" cy="455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1128250" y="276575"/>
            <a:ext cx="7108800" cy="4517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4407875" y="312925"/>
            <a:ext cx="37296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1217200" y="312875"/>
            <a:ext cx="3165000" cy="4517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781" name="Google Shape;781;p32"/>
          <p:cNvGrpSpPr/>
          <p:nvPr/>
        </p:nvGrpSpPr>
        <p:grpSpPr>
          <a:xfrm>
            <a:off x="1211779" y="312875"/>
            <a:ext cx="3165000" cy="4517700"/>
            <a:chOff x="1211779" y="312875"/>
            <a:chExt cx="3165000" cy="4517700"/>
          </a:xfrm>
        </p:grpSpPr>
        <p:cxnSp>
          <p:nvCxnSpPr>
            <p:cNvPr id="782" name="Google Shape;782;p32"/>
            <p:cNvCxnSpPr/>
            <p:nvPr/>
          </p:nvCxnSpPr>
          <p:spPr>
            <a:xfrm>
              <a:off x="36247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32"/>
            <p:cNvCxnSpPr/>
            <p:nvPr/>
          </p:nvCxnSpPr>
          <p:spPr>
            <a:xfrm>
              <a:off x="4031178" y="312875"/>
              <a:ext cx="0" cy="4517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84" name="Google Shape;784;p32"/>
            <p:cNvGrpSpPr/>
            <p:nvPr/>
          </p:nvGrpSpPr>
          <p:grpSpPr>
            <a:xfrm>
              <a:off x="1211779" y="312875"/>
              <a:ext cx="3165000" cy="4517700"/>
              <a:chOff x="462650" y="259175"/>
              <a:chExt cx="3165000" cy="4517700"/>
            </a:xfrm>
          </p:grpSpPr>
          <p:cxnSp>
            <p:nvCxnSpPr>
              <p:cNvPr id="785" name="Google Shape;785;p32"/>
              <p:cNvCxnSpPr/>
              <p:nvPr/>
            </p:nvCxnSpPr>
            <p:spPr>
              <a:xfrm>
                <a:off x="8436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32"/>
              <p:cNvCxnSpPr/>
              <p:nvPr/>
            </p:nvCxnSpPr>
            <p:spPr>
              <a:xfrm>
                <a:off x="12500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32"/>
              <p:cNvCxnSpPr/>
              <p:nvPr/>
            </p:nvCxnSpPr>
            <p:spPr>
              <a:xfrm>
                <a:off x="16564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32"/>
              <p:cNvCxnSpPr/>
              <p:nvPr/>
            </p:nvCxnSpPr>
            <p:spPr>
              <a:xfrm>
                <a:off x="20628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32"/>
              <p:cNvCxnSpPr/>
              <p:nvPr/>
            </p:nvCxnSpPr>
            <p:spPr>
              <a:xfrm>
                <a:off x="2469250" y="259175"/>
                <a:ext cx="0" cy="451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32"/>
              <p:cNvCxnSpPr/>
              <p:nvPr/>
            </p:nvCxnSpPr>
            <p:spPr>
              <a:xfrm>
                <a:off x="462650" y="67490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32"/>
              <p:cNvCxnSpPr/>
              <p:nvPr/>
            </p:nvCxnSpPr>
            <p:spPr>
              <a:xfrm>
                <a:off x="462650" y="107585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32"/>
              <p:cNvCxnSpPr/>
              <p:nvPr/>
            </p:nvCxnSpPr>
            <p:spPr>
              <a:xfrm>
                <a:off x="462650" y="147681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32"/>
              <p:cNvCxnSpPr/>
              <p:nvPr/>
            </p:nvCxnSpPr>
            <p:spPr>
              <a:xfrm>
                <a:off x="462650" y="187777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4" name="Google Shape;794;p32"/>
              <p:cNvCxnSpPr/>
              <p:nvPr/>
            </p:nvCxnSpPr>
            <p:spPr>
              <a:xfrm>
                <a:off x="462650" y="2278733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5" name="Google Shape;795;p32"/>
              <p:cNvCxnSpPr/>
              <p:nvPr/>
            </p:nvCxnSpPr>
            <p:spPr>
              <a:xfrm>
                <a:off x="462650" y="2679692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32"/>
              <p:cNvCxnSpPr/>
              <p:nvPr/>
            </p:nvCxnSpPr>
            <p:spPr>
              <a:xfrm>
                <a:off x="462650" y="3080650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32"/>
              <p:cNvCxnSpPr/>
              <p:nvPr/>
            </p:nvCxnSpPr>
            <p:spPr>
              <a:xfrm>
                <a:off x="462650" y="3481608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8" name="Google Shape;798;p32"/>
              <p:cNvCxnSpPr/>
              <p:nvPr/>
            </p:nvCxnSpPr>
            <p:spPr>
              <a:xfrm>
                <a:off x="462650" y="3882567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9" name="Google Shape;799;p32"/>
              <p:cNvCxnSpPr/>
              <p:nvPr/>
            </p:nvCxnSpPr>
            <p:spPr>
              <a:xfrm>
                <a:off x="462650" y="4283525"/>
                <a:ext cx="31650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00" name="Google Shape;800;p32"/>
          <p:cNvGrpSpPr/>
          <p:nvPr/>
        </p:nvGrpSpPr>
        <p:grpSpPr>
          <a:xfrm>
            <a:off x="4222205" y="390105"/>
            <a:ext cx="366115" cy="4334807"/>
            <a:chOff x="3473077" y="259175"/>
            <a:chExt cx="366115" cy="4334807"/>
          </a:xfrm>
        </p:grpSpPr>
        <p:grpSp>
          <p:nvGrpSpPr>
            <p:cNvPr id="801" name="Google Shape;801;p32"/>
            <p:cNvGrpSpPr/>
            <p:nvPr/>
          </p:nvGrpSpPr>
          <p:grpSpPr>
            <a:xfrm rot="10800000">
              <a:off x="3473077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02" name="Google Shape;802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03" name="Google Shape;80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4" name="Google Shape;80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5" name="Google Shape;80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6" name="Google Shape;80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07" name="Google Shape;80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08" name="Google Shape;80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09" name="Google Shape;80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0" name="Google Shape;81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1" name="Google Shape;81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12" name="Google Shape;812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13" name="Google Shape;81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4" name="Google Shape;81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5" name="Google Shape;81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6" name="Google Shape;81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17" name="Google Shape;81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18" name="Google Shape;81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19" name="Google Shape;81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0" name="Google Shape;82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1" name="Google Shape;82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22" name="Google Shape;822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23" name="Google Shape;82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4" name="Google Shape;82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5" name="Google Shape;82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6" name="Google Shape;82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27" name="Google Shape;82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28" name="Google Shape;82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29" name="Google Shape;829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0" name="Google Shape;830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1" name="Google Shape;831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32" name="Google Shape;832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33" name="Google Shape;833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4" name="Google Shape;834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5" name="Google Shape;835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36" name="Google Shape;836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37" name="Google Shape;837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38" name="Google Shape;838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  <p:grpSp>
          <p:nvGrpSpPr>
            <p:cNvPr id="839" name="Google Shape;839;p32"/>
            <p:cNvGrpSpPr/>
            <p:nvPr/>
          </p:nvGrpSpPr>
          <p:grpSpPr>
            <a:xfrm flipH="1" rot="10800000">
              <a:off x="3654721" y="259175"/>
              <a:ext cx="184470" cy="4334807"/>
              <a:chOff x="5380497" y="383100"/>
              <a:chExt cx="189628" cy="4456010"/>
            </a:xfrm>
          </p:grpSpPr>
          <p:grpSp>
            <p:nvGrpSpPr>
              <p:cNvPr id="840" name="Google Shape;840;p32"/>
              <p:cNvGrpSpPr/>
              <p:nvPr/>
            </p:nvGrpSpPr>
            <p:grpSpPr>
              <a:xfrm>
                <a:off x="5380497" y="3831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41" name="Google Shape;84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2" name="Google Shape;84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3" name="Google Shape;84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4" name="Google Shape;84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5" name="Google Shape;84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6" name="Google Shape;84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47" name="Google Shape;84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48" name="Google Shape;84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49" name="Google Shape;84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50" name="Google Shape;850;p32"/>
              <p:cNvGrpSpPr/>
              <p:nvPr/>
            </p:nvGrpSpPr>
            <p:grpSpPr>
              <a:xfrm>
                <a:off x="5380497" y="16785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51" name="Google Shape;85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2" name="Google Shape;85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3" name="Google Shape;85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4" name="Google Shape;85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5" name="Google Shape;85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6" name="Google Shape;85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57" name="Google Shape;85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58" name="Google Shape;85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59" name="Google Shape;85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60" name="Google Shape;860;p32"/>
              <p:cNvGrpSpPr/>
              <p:nvPr/>
            </p:nvGrpSpPr>
            <p:grpSpPr>
              <a:xfrm>
                <a:off x="5380497" y="2973900"/>
                <a:ext cx="189628" cy="981668"/>
                <a:chOff x="5380497" y="383100"/>
                <a:chExt cx="189628" cy="981668"/>
              </a:xfrm>
            </p:grpSpPr>
            <p:grpSp>
              <p:nvGrpSpPr>
                <p:cNvPr id="861" name="Google Shape;86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2" name="Google Shape;86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3" name="Google Shape;86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4" name="Google Shape;86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5" name="Google Shape;86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6" name="Google Shape;86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67" name="Google Shape;867;p32"/>
                <p:cNvGrpSpPr/>
                <p:nvPr/>
              </p:nvGrpSpPr>
              <p:grpSpPr>
                <a:xfrm>
                  <a:off x="5382151" y="1233968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68" name="Google Shape;868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69" name="Google Shape;869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  <p:grpSp>
            <p:nvGrpSpPr>
              <p:cNvPr id="870" name="Google Shape;870;p32"/>
              <p:cNvGrpSpPr/>
              <p:nvPr/>
            </p:nvGrpSpPr>
            <p:grpSpPr>
              <a:xfrm>
                <a:off x="5380497" y="4269300"/>
                <a:ext cx="189628" cy="569810"/>
                <a:chOff x="5380497" y="383100"/>
                <a:chExt cx="189628" cy="569810"/>
              </a:xfrm>
            </p:grpSpPr>
            <p:grpSp>
              <p:nvGrpSpPr>
                <p:cNvPr id="871" name="Google Shape;871;p32"/>
                <p:cNvGrpSpPr/>
                <p:nvPr/>
              </p:nvGrpSpPr>
              <p:grpSpPr>
                <a:xfrm>
                  <a:off x="5380497" y="38310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2" name="Google Shape;872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3" name="Google Shape;873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  <p:grpSp>
              <p:nvGrpSpPr>
                <p:cNvPr id="874" name="Google Shape;874;p32"/>
                <p:cNvGrpSpPr/>
                <p:nvPr/>
              </p:nvGrpSpPr>
              <p:grpSpPr>
                <a:xfrm>
                  <a:off x="5382151" y="822110"/>
                  <a:ext cx="187974" cy="130800"/>
                  <a:chOff x="4804925" y="764100"/>
                  <a:chExt cx="187974" cy="130800"/>
                </a:xfrm>
              </p:grpSpPr>
              <p:sp>
                <p:nvSpPr>
                  <p:cNvPr id="875" name="Google Shape;875;p32"/>
                  <p:cNvSpPr/>
                  <p:nvPr/>
                </p:nvSpPr>
                <p:spPr>
                  <a:xfrm>
                    <a:off x="4856699" y="764100"/>
                    <a:ext cx="136200" cy="130800"/>
                  </a:xfrm>
                  <a:prstGeom prst="ellipse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  <p:sp>
                <p:nvSpPr>
                  <p:cNvPr id="876" name="Google Shape;876;p32"/>
                  <p:cNvSpPr/>
                  <p:nvPr/>
                </p:nvSpPr>
                <p:spPr>
                  <a:xfrm>
                    <a:off x="4804925" y="811200"/>
                    <a:ext cx="61800" cy="36600"/>
                  </a:xfrm>
                  <a:prstGeom prst="rect">
                    <a:avLst/>
                  </a:pr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dk1"/>
                      </a:solidFill>
                      <a:latin typeface="Manrope"/>
                      <a:ea typeface="Manrope"/>
                      <a:cs typeface="Manrope"/>
                      <a:sym typeface="Manrope"/>
                    </a:endParaRPr>
                  </a:p>
                </p:txBody>
              </p:sp>
            </p:grpSp>
          </p:grpSp>
        </p:grpSp>
      </p:grpSp>
      <p:sp>
        <p:nvSpPr>
          <p:cNvPr id="877" name="Google Shape;877;p32"/>
          <p:cNvSpPr txBox="1"/>
          <p:nvPr>
            <p:ph idx="1" type="body"/>
          </p:nvPr>
        </p:nvSpPr>
        <p:spPr>
          <a:xfrm rot="-199678">
            <a:off x="1297246" y="1801757"/>
            <a:ext cx="2123982" cy="2187983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32"/>
          <p:cNvSpPr txBox="1"/>
          <p:nvPr>
            <p:ph type="title"/>
          </p:nvPr>
        </p:nvSpPr>
        <p:spPr>
          <a:xfrm rot="-197254">
            <a:off x="1212945" y="1184617"/>
            <a:ext cx="2123895" cy="49582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9" name="Google Shape;879;p32"/>
          <p:cNvSpPr txBox="1"/>
          <p:nvPr>
            <p:ph idx="2" type="title"/>
          </p:nvPr>
        </p:nvSpPr>
        <p:spPr>
          <a:xfrm>
            <a:off x="6254525" y="1962475"/>
            <a:ext cx="16362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0" name="Google Shape;880;p32"/>
          <p:cNvSpPr txBox="1"/>
          <p:nvPr>
            <p:ph idx="3" type="body"/>
          </p:nvPr>
        </p:nvSpPr>
        <p:spPr>
          <a:xfrm>
            <a:off x="6254350" y="2353130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1" name="Google Shape;881;p32"/>
          <p:cNvSpPr txBox="1"/>
          <p:nvPr>
            <p:ph idx="4" type="title"/>
          </p:nvPr>
        </p:nvSpPr>
        <p:spPr>
          <a:xfrm>
            <a:off x="6254525" y="3292150"/>
            <a:ext cx="1636200" cy="35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b="0" sz="1200"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 sz="1200"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882" name="Google Shape;882;p32"/>
          <p:cNvSpPr txBox="1"/>
          <p:nvPr>
            <p:ph idx="5" type="body"/>
          </p:nvPr>
        </p:nvSpPr>
        <p:spPr>
          <a:xfrm>
            <a:off x="6254350" y="3682816"/>
            <a:ext cx="1636200" cy="778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3" name="Google Shape;883;p32"/>
          <p:cNvSpPr txBox="1"/>
          <p:nvPr>
            <p:ph idx="6" type="title"/>
          </p:nvPr>
        </p:nvSpPr>
        <p:spPr>
          <a:xfrm>
            <a:off x="4844275" y="2277100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4" name="Google Shape;884;p32"/>
          <p:cNvSpPr txBox="1"/>
          <p:nvPr>
            <p:ph idx="7" type="subTitle"/>
          </p:nvPr>
        </p:nvSpPr>
        <p:spPr>
          <a:xfrm>
            <a:off x="4844325" y="2702150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5" name="Google Shape;885;p32"/>
          <p:cNvSpPr txBox="1"/>
          <p:nvPr>
            <p:ph idx="8" type="title"/>
          </p:nvPr>
        </p:nvSpPr>
        <p:spPr>
          <a:xfrm>
            <a:off x="4844275" y="3581862"/>
            <a:ext cx="1363200" cy="4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nton"/>
              <a:buNone/>
              <a:defRPr/>
            </a:lvl9pPr>
          </a:lstStyle>
          <a:p/>
        </p:txBody>
      </p:sp>
      <p:sp>
        <p:nvSpPr>
          <p:cNvPr id="886" name="Google Shape;886;p32"/>
          <p:cNvSpPr txBox="1"/>
          <p:nvPr>
            <p:ph idx="9" type="subTitle"/>
          </p:nvPr>
        </p:nvSpPr>
        <p:spPr>
          <a:xfrm>
            <a:off x="4844325" y="4006913"/>
            <a:ext cx="1363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87" name="Google Shape;887;p32"/>
          <p:cNvSpPr txBox="1"/>
          <p:nvPr>
            <p:ph idx="13" type="body"/>
          </p:nvPr>
        </p:nvSpPr>
        <p:spPr>
          <a:xfrm>
            <a:off x="4831275" y="508775"/>
            <a:ext cx="30051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ly Goal">
  <p:cSld name="CUSTOM_1_1_3_1_2"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9" name="Google Shape;889;p33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890" name="Google Shape;890;p33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1" name="Google Shape;891;p33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2" name="Google Shape;892;p33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3" name="Google Shape;893;p33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4" name="Google Shape;894;p33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5" name="Google Shape;895;p33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6" name="Google Shape;896;p33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33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8" name="Google Shape;898;p33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99" name="Google Shape;899;p33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0" name="Google Shape;900;p33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901" name="Google Shape;901;p33"/>
          <p:cNvSpPr txBox="1"/>
          <p:nvPr>
            <p:ph idx="2" type="title"/>
          </p:nvPr>
        </p:nvSpPr>
        <p:spPr>
          <a:xfrm>
            <a:off x="1060026" y="181637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2" name="Google Shape;902;p33"/>
          <p:cNvSpPr txBox="1"/>
          <p:nvPr>
            <p:ph idx="3" type="body"/>
          </p:nvPr>
        </p:nvSpPr>
        <p:spPr>
          <a:xfrm>
            <a:off x="1059900" y="212492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3" name="Google Shape;903;p33"/>
          <p:cNvSpPr txBox="1"/>
          <p:nvPr>
            <p:ph idx="4" type="title"/>
          </p:nvPr>
        </p:nvSpPr>
        <p:spPr>
          <a:xfrm rot="132356">
            <a:off x="955546" y="2826529"/>
            <a:ext cx="2182317" cy="23657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4" name="Google Shape;904;p33"/>
          <p:cNvSpPr txBox="1"/>
          <p:nvPr>
            <p:ph idx="5" type="body"/>
          </p:nvPr>
        </p:nvSpPr>
        <p:spPr>
          <a:xfrm rot="132356">
            <a:off x="941064" y="3134798"/>
            <a:ext cx="2182317" cy="363274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5" name="Google Shape;905;p33"/>
          <p:cNvSpPr txBox="1"/>
          <p:nvPr>
            <p:ph idx="6" type="title"/>
          </p:nvPr>
        </p:nvSpPr>
        <p:spPr>
          <a:xfrm>
            <a:off x="980676" y="3873125"/>
            <a:ext cx="21819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6" name="Google Shape;906;p33"/>
          <p:cNvSpPr txBox="1"/>
          <p:nvPr>
            <p:ph idx="7" type="body"/>
          </p:nvPr>
        </p:nvSpPr>
        <p:spPr>
          <a:xfrm>
            <a:off x="980550" y="4181675"/>
            <a:ext cx="2181900" cy="3633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7" name="Google Shape;907;p33"/>
          <p:cNvSpPr txBox="1"/>
          <p:nvPr>
            <p:ph idx="8" type="title"/>
          </p:nvPr>
        </p:nvSpPr>
        <p:spPr>
          <a:xfrm rot="126099">
            <a:off x="4508764" y="2120094"/>
            <a:ext cx="1766989" cy="23626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08" name="Google Shape;908;p33"/>
          <p:cNvSpPr txBox="1"/>
          <p:nvPr>
            <p:ph idx="9" type="body"/>
          </p:nvPr>
        </p:nvSpPr>
        <p:spPr>
          <a:xfrm rot="125772">
            <a:off x="4492678" y="2428187"/>
            <a:ext cx="1763380" cy="499236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09" name="Google Shape;909;p33"/>
          <p:cNvSpPr txBox="1"/>
          <p:nvPr>
            <p:ph idx="13" type="title"/>
          </p:nvPr>
        </p:nvSpPr>
        <p:spPr>
          <a:xfrm>
            <a:off x="7140350" y="2580150"/>
            <a:ext cx="1377000" cy="39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0" name="Google Shape;910;p33"/>
          <p:cNvSpPr txBox="1"/>
          <p:nvPr>
            <p:ph idx="14" type="body"/>
          </p:nvPr>
        </p:nvSpPr>
        <p:spPr>
          <a:xfrm>
            <a:off x="7142825" y="3047175"/>
            <a:ext cx="1377000" cy="8277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1" name="Google Shape;911;p33"/>
          <p:cNvSpPr txBox="1"/>
          <p:nvPr>
            <p:ph idx="15" type="title"/>
          </p:nvPr>
        </p:nvSpPr>
        <p:spPr>
          <a:xfrm>
            <a:off x="4505150" y="3400100"/>
            <a:ext cx="1725000" cy="23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12" name="Google Shape;912;p33"/>
          <p:cNvSpPr txBox="1"/>
          <p:nvPr>
            <p:ph idx="16" type="body"/>
          </p:nvPr>
        </p:nvSpPr>
        <p:spPr>
          <a:xfrm>
            <a:off x="4505025" y="3708650"/>
            <a:ext cx="1725000" cy="5271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ackground Title">
  <p:cSld name="CUSTOM_1_1_1_1_1_2">
    <p:bg>
      <p:bgPr>
        <a:solidFill>
          <a:schemeClr val="accent3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4"/>
          <p:cNvSpPr/>
          <p:nvPr/>
        </p:nvSpPr>
        <p:spPr>
          <a:xfrm rot="10800000">
            <a:off x="7960900" y="-13950"/>
            <a:ext cx="1192200" cy="1198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5" name="Google Shape;915;p34"/>
          <p:cNvSpPr/>
          <p:nvPr/>
        </p:nvSpPr>
        <p:spPr>
          <a:xfrm>
            <a:off x="7735575" y="-10150"/>
            <a:ext cx="1428750" cy="1320800"/>
          </a:xfrm>
          <a:custGeom>
            <a:rect b="b" l="l" r="r" t="t"/>
            <a:pathLst>
              <a:path extrusionOk="0" h="52832" w="57150">
                <a:moveTo>
                  <a:pt x="4572" y="0"/>
                </a:moveTo>
                <a:lnTo>
                  <a:pt x="0" y="51308"/>
                </a:lnTo>
                <a:lnTo>
                  <a:pt x="57150" y="52832"/>
                </a:lnTo>
                <a:lnTo>
                  <a:pt x="57150" y="47752"/>
                </a:lnTo>
                <a:lnTo>
                  <a:pt x="91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16" name="Google Shape;916;p34"/>
          <p:cNvSpPr txBox="1"/>
          <p:nvPr>
            <p:ph type="title"/>
          </p:nvPr>
        </p:nvSpPr>
        <p:spPr>
          <a:xfrm>
            <a:off x="508875" y="1998400"/>
            <a:ext cx="6149700" cy="18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9pPr>
          </a:lstStyle>
          <a:p/>
        </p:txBody>
      </p:sp>
      <p:sp>
        <p:nvSpPr>
          <p:cNvPr id="917" name="Google Shape;917;p34"/>
          <p:cNvSpPr txBox="1"/>
          <p:nvPr>
            <p:ph idx="1" type="body"/>
          </p:nvPr>
        </p:nvSpPr>
        <p:spPr>
          <a:xfrm>
            <a:off x="508950" y="3845575"/>
            <a:ext cx="4499700" cy="8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18" name="Google Shape;918;p34"/>
          <p:cNvSpPr txBox="1"/>
          <p:nvPr>
            <p:ph idx="2" type="subTitle"/>
          </p:nvPr>
        </p:nvSpPr>
        <p:spPr>
          <a:xfrm rot="-252596">
            <a:off x="5199023" y="3875031"/>
            <a:ext cx="1487514" cy="689167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/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ctr">
              <a:spcBef>
                <a:spcPts val="8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ctr">
              <a:spcBef>
                <a:spcPts val="800"/>
              </a:spcBef>
              <a:spcAft>
                <a:spcPts val="800"/>
              </a:spcAft>
              <a:buSzPts val="1000"/>
              <a:buNone/>
              <a:defRPr b="1" sz="1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otes with dark background">
  <p:cSld name="CUSTOM_1_1_1_4">
    <p:bg>
      <p:bgPr>
        <a:solidFill>
          <a:schemeClr val="lt1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35"/>
          <p:cNvSpPr/>
          <p:nvPr/>
        </p:nvSpPr>
        <p:spPr>
          <a:xfrm>
            <a:off x="8352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1" name="Google Shape;921;p35"/>
          <p:cNvSpPr/>
          <p:nvPr/>
        </p:nvSpPr>
        <p:spPr>
          <a:xfrm>
            <a:off x="32736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2" name="Google Shape;922;p35"/>
          <p:cNvSpPr/>
          <p:nvPr/>
        </p:nvSpPr>
        <p:spPr>
          <a:xfrm>
            <a:off x="57120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3" name="Google Shape;923;p35"/>
          <p:cNvSpPr/>
          <p:nvPr/>
        </p:nvSpPr>
        <p:spPr>
          <a:xfrm>
            <a:off x="8150400" y="149400"/>
            <a:ext cx="158400" cy="158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924" name="Google Shape;924;p35"/>
          <p:cNvCxnSpPr/>
          <p:nvPr/>
        </p:nvCxnSpPr>
        <p:spPr>
          <a:xfrm>
            <a:off x="0" y="4571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35"/>
          <p:cNvCxnSpPr/>
          <p:nvPr/>
        </p:nvCxnSpPr>
        <p:spPr>
          <a:xfrm>
            <a:off x="0" y="524791"/>
            <a:ext cx="9140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35"/>
          <p:cNvSpPr txBox="1"/>
          <p:nvPr>
            <p:ph type="title"/>
          </p:nvPr>
        </p:nvSpPr>
        <p:spPr>
          <a:xfrm>
            <a:off x="2563250" y="1900525"/>
            <a:ext cx="1767000" cy="11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7" name="Google Shape;927;p35"/>
          <p:cNvSpPr txBox="1"/>
          <p:nvPr>
            <p:ph idx="2" type="title"/>
          </p:nvPr>
        </p:nvSpPr>
        <p:spPr>
          <a:xfrm rot="-261567">
            <a:off x="710939" y="1685986"/>
            <a:ext cx="1847044" cy="1173986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8" name="Google Shape;928;p35"/>
          <p:cNvSpPr txBox="1"/>
          <p:nvPr>
            <p:ph idx="3" type="title"/>
          </p:nvPr>
        </p:nvSpPr>
        <p:spPr>
          <a:xfrm rot="520">
            <a:off x="4330173" y="1683025"/>
            <a:ext cx="1981500" cy="1310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9" name="Google Shape;929;p35"/>
          <p:cNvSpPr txBox="1"/>
          <p:nvPr>
            <p:ph idx="4" type="title"/>
          </p:nvPr>
        </p:nvSpPr>
        <p:spPr>
          <a:xfrm rot="158281">
            <a:off x="6392594" y="1886282"/>
            <a:ext cx="1981500" cy="1310588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30" name="Google Shape;930;p35"/>
          <p:cNvSpPr txBox="1"/>
          <p:nvPr>
            <p:ph idx="5" type="title"/>
          </p:nvPr>
        </p:nvSpPr>
        <p:spPr>
          <a:xfrm rot="-204021">
            <a:off x="3560217" y="3689616"/>
            <a:ext cx="1608432" cy="681005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nrope"/>
              <a:buNone/>
              <a:defRPr b="1" sz="12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Subtitle - Alt 1">
  <p:cSld name="CUSTOM_1_1_3_1_3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36"/>
          <p:cNvGrpSpPr/>
          <p:nvPr/>
        </p:nvGrpSpPr>
        <p:grpSpPr>
          <a:xfrm>
            <a:off x="392964" y="576950"/>
            <a:ext cx="8764835" cy="4114800"/>
            <a:chOff x="374175" y="576950"/>
            <a:chExt cx="8783280" cy="4114800"/>
          </a:xfrm>
        </p:grpSpPr>
        <p:cxnSp>
          <p:nvCxnSpPr>
            <p:cNvPr id="933" name="Google Shape;933;p36"/>
            <p:cNvCxnSpPr/>
            <p:nvPr/>
          </p:nvCxnSpPr>
          <p:spPr>
            <a:xfrm>
              <a:off x="374175" y="576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4" name="Google Shape;934;p36"/>
            <p:cNvCxnSpPr/>
            <p:nvPr/>
          </p:nvCxnSpPr>
          <p:spPr>
            <a:xfrm>
              <a:off x="380655" y="1110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5" name="Google Shape;935;p36"/>
            <p:cNvCxnSpPr/>
            <p:nvPr/>
          </p:nvCxnSpPr>
          <p:spPr>
            <a:xfrm>
              <a:off x="380655" y="1643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6" name="Google Shape;936;p36"/>
            <p:cNvCxnSpPr/>
            <p:nvPr/>
          </p:nvCxnSpPr>
          <p:spPr>
            <a:xfrm>
              <a:off x="380655" y="2100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7" name="Google Shape;937;p36"/>
            <p:cNvCxnSpPr/>
            <p:nvPr/>
          </p:nvCxnSpPr>
          <p:spPr>
            <a:xfrm>
              <a:off x="380655" y="2634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8" name="Google Shape;938;p36"/>
            <p:cNvCxnSpPr/>
            <p:nvPr/>
          </p:nvCxnSpPr>
          <p:spPr>
            <a:xfrm>
              <a:off x="380655" y="3167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39" name="Google Shape;939;p36"/>
            <p:cNvCxnSpPr/>
            <p:nvPr/>
          </p:nvCxnSpPr>
          <p:spPr>
            <a:xfrm>
              <a:off x="380655" y="36249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0" name="Google Shape;940;p36"/>
            <p:cNvCxnSpPr/>
            <p:nvPr/>
          </p:nvCxnSpPr>
          <p:spPr>
            <a:xfrm>
              <a:off x="380655" y="41583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41" name="Google Shape;941;p36"/>
            <p:cNvCxnSpPr/>
            <p:nvPr/>
          </p:nvCxnSpPr>
          <p:spPr>
            <a:xfrm>
              <a:off x="380655" y="4691750"/>
              <a:ext cx="8776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942" name="Google Shape;942;p36"/>
          <p:cNvCxnSpPr/>
          <p:nvPr/>
        </p:nvCxnSpPr>
        <p:spPr>
          <a:xfrm>
            <a:off x="392950" y="-20266"/>
            <a:ext cx="0" cy="51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36"/>
          <p:cNvGrpSpPr/>
          <p:nvPr/>
        </p:nvGrpSpPr>
        <p:grpSpPr>
          <a:xfrm>
            <a:off x="114421" y="175123"/>
            <a:ext cx="134104" cy="4750255"/>
            <a:chOff x="114421" y="175123"/>
            <a:chExt cx="134104" cy="4750255"/>
          </a:xfrm>
        </p:grpSpPr>
        <p:grpSp>
          <p:nvGrpSpPr>
            <p:cNvPr id="944" name="Google Shape;944;p36"/>
            <p:cNvGrpSpPr/>
            <p:nvPr/>
          </p:nvGrpSpPr>
          <p:grpSpPr>
            <a:xfrm>
              <a:off x="114421" y="175123"/>
              <a:ext cx="134104" cy="4334807"/>
              <a:chOff x="5432271" y="383100"/>
              <a:chExt cx="137854" cy="4456010"/>
            </a:xfrm>
          </p:grpSpPr>
          <p:grpSp>
            <p:nvGrpSpPr>
              <p:cNvPr id="945" name="Google Shape;945;p36"/>
              <p:cNvGrpSpPr/>
              <p:nvPr/>
            </p:nvGrpSpPr>
            <p:grpSpPr>
              <a:xfrm>
                <a:off x="5432271" y="383100"/>
                <a:ext cx="137854" cy="981668"/>
                <a:chOff x="5432271" y="383100"/>
                <a:chExt cx="137854" cy="981668"/>
              </a:xfrm>
            </p:grpSpPr>
            <p:sp>
              <p:nvSpPr>
                <p:cNvPr id="946" name="Google Shape;946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7" name="Google Shape;947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48" name="Google Shape;948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49" name="Google Shape;949;p36"/>
              <p:cNvGrpSpPr/>
              <p:nvPr/>
            </p:nvGrpSpPr>
            <p:grpSpPr>
              <a:xfrm>
                <a:off x="5432271" y="16785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0" name="Google Shape;950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1" name="Google Shape;951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2" name="Google Shape;952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3" name="Google Shape;953;p36"/>
              <p:cNvGrpSpPr/>
              <p:nvPr/>
            </p:nvGrpSpPr>
            <p:grpSpPr>
              <a:xfrm>
                <a:off x="5432271" y="2973900"/>
                <a:ext cx="137854" cy="981668"/>
                <a:chOff x="5432271" y="383100"/>
                <a:chExt cx="137854" cy="981668"/>
              </a:xfrm>
            </p:grpSpPr>
            <p:sp>
              <p:nvSpPr>
                <p:cNvPr id="954" name="Google Shape;954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5" name="Google Shape;955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6" name="Google Shape;956;p36"/>
                <p:cNvSpPr/>
                <p:nvPr/>
              </p:nvSpPr>
              <p:spPr>
                <a:xfrm>
                  <a:off x="5433925" y="1233968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  <p:grpSp>
            <p:nvGrpSpPr>
              <p:cNvPr id="957" name="Google Shape;957;p36"/>
              <p:cNvGrpSpPr/>
              <p:nvPr/>
            </p:nvGrpSpPr>
            <p:grpSpPr>
              <a:xfrm>
                <a:off x="5432271" y="4269300"/>
                <a:ext cx="137854" cy="569810"/>
                <a:chOff x="5432271" y="383100"/>
                <a:chExt cx="137854" cy="569810"/>
              </a:xfrm>
            </p:grpSpPr>
            <p:sp>
              <p:nvSpPr>
                <p:cNvPr id="958" name="Google Shape;958;p36"/>
                <p:cNvSpPr/>
                <p:nvPr/>
              </p:nvSpPr>
              <p:spPr>
                <a:xfrm>
                  <a:off x="5432271" y="38310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  <p:sp>
              <p:nvSpPr>
                <p:cNvPr id="959" name="Google Shape;959;p36"/>
                <p:cNvSpPr/>
                <p:nvPr/>
              </p:nvSpPr>
              <p:spPr>
                <a:xfrm>
                  <a:off x="5433925" y="822110"/>
                  <a:ext cx="136200" cy="130800"/>
                </a:xfrm>
                <a:prstGeom prst="ellipse">
                  <a:avLst/>
                </a:prstGeom>
                <a:solidFill>
                  <a:schemeClr val="accent5"/>
                </a:solidFill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  <a:latin typeface="Manrope"/>
                    <a:ea typeface="Manrope"/>
                    <a:cs typeface="Manrope"/>
                    <a:sym typeface="Manrope"/>
                  </a:endParaRPr>
                </a:p>
              </p:txBody>
            </p:sp>
          </p:grpSp>
        </p:grpSp>
        <p:sp>
          <p:nvSpPr>
            <p:cNvPr id="960" name="Google Shape;960;p36"/>
            <p:cNvSpPr/>
            <p:nvPr/>
          </p:nvSpPr>
          <p:spPr>
            <a:xfrm>
              <a:off x="115150" y="4798178"/>
              <a:ext cx="132600" cy="127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961" name="Google Shape;961;p36"/>
          <p:cNvSpPr txBox="1"/>
          <p:nvPr>
            <p:ph idx="1" type="subTitle"/>
          </p:nvPr>
        </p:nvSpPr>
        <p:spPr>
          <a:xfrm>
            <a:off x="3063300" y="413950"/>
            <a:ext cx="2445000" cy="9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None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type="title"/>
          </p:nvPr>
        </p:nvSpPr>
        <p:spPr>
          <a:xfrm>
            <a:off x="513300" y="419950"/>
            <a:ext cx="26415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3" name="Google Shape;963;p36"/>
          <p:cNvSpPr txBox="1"/>
          <p:nvPr>
            <p:ph idx="2" type="subTitle"/>
          </p:nvPr>
        </p:nvSpPr>
        <p:spPr>
          <a:xfrm>
            <a:off x="1541800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3" type="subTitle"/>
          </p:nvPr>
        </p:nvSpPr>
        <p:spPr>
          <a:xfrm>
            <a:off x="34230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5" name="Google Shape;965;p36"/>
          <p:cNvSpPr txBox="1"/>
          <p:nvPr>
            <p:ph idx="4" type="subTitle"/>
          </p:nvPr>
        </p:nvSpPr>
        <p:spPr>
          <a:xfrm>
            <a:off x="5307725" y="1729550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5" type="subTitle"/>
          </p:nvPr>
        </p:nvSpPr>
        <p:spPr>
          <a:xfrm>
            <a:off x="7170900" y="1729575"/>
            <a:ext cx="7863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Manrope ExtraBold"/>
              <a:buNone/>
              <a:defRPr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967" name="Google Shape;967;p36"/>
          <p:cNvSpPr txBox="1"/>
          <p:nvPr>
            <p:ph idx="6" type="body"/>
          </p:nvPr>
        </p:nvSpPr>
        <p:spPr>
          <a:xfrm>
            <a:off x="13044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8" name="Google Shape;968;p36"/>
          <p:cNvSpPr txBox="1"/>
          <p:nvPr>
            <p:ph idx="7" type="body"/>
          </p:nvPr>
        </p:nvSpPr>
        <p:spPr>
          <a:xfrm>
            <a:off x="31303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69" name="Google Shape;969;p36"/>
          <p:cNvSpPr txBox="1"/>
          <p:nvPr>
            <p:ph idx="8" type="body"/>
          </p:nvPr>
        </p:nvSpPr>
        <p:spPr>
          <a:xfrm>
            <a:off x="4980275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970" name="Google Shape;970;p36"/>
          <p:cNvSpPr txBox="1"/>
          <p:nvPr>
            <p:ph idx="9" type="body"/>
          </p:nvPr>
        </p:nvSpPr>
        <p:spPr>
          <a:xfrm>
            <a:off x="6878250" y="3171988"/>
            <a:ext cx="1371600" cy="6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●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Manrope Medium"/>
              <a:buChar char="○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Manrope Medium"/>
              <a:buChar char="■"/>
              <a:defRPr sz="10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73" name="Google Shape;973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8" name="Google Shape;97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82" name="Google Shape;982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87" name="Google Shape;987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2" name="Google Shape;992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93" name="Google Shape;993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8" name="Google Shape;998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8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2" name="Google Shape;1002;p48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3" name="Google Shape;1003;p48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4" name="Google Shape;1004;p48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5" name="Google Shape;1005;p48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6" name="Google Shape;1006;p48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7" name="Google Shape;1007;p48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0" name="Google Shape;1010;p49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1" name="Google Shape;1011;p49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4" name="Google Shape;1014;p50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5" name="Google Shape;1015;p50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16" name="Google Shape;1016;p5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7" name="Google Shape;1017;p5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1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0" name="Google Shape;1020;p51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1" name="Google Shape;1021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2" name="Google Shape;1022;p51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3" name="Google Shape;1023;p51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4" name="Google Shape;1024;p51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5" name="Google Shape;1025;p51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8" name="Google Shape;1028;p5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1" name="Google Shape;1031;p5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2" name="Google Shape;1032;p5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033" name="Google Shape;1033;p5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4" name="Google Shape;10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5" name="Google Shape;1035;p5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6" name="Google Shape;1036;p5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9" name="Google Shape;1039;p5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5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1" name="Google Shape;1041;p5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2" name="Google Shape;1042;p5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3" name="Google Shape;1043;p5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4" name="Google Shape;1044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5" name="Google Shape;1045;p5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6" name="Google Shape;1046;p5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47" name="Google Shape;1047;p5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5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5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2" name="Google Shape;1052;p5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3" name="Google Shape;1053;p5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4" name="Google Shape;1054;p5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5" name="Google Shape;1055;p5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6" name="Google Shape;1056;p5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5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58" name="Google Shape;1058;p5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9" name="Google Shape;1059;p5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0" name="Google Shape;1060;p5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●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anrope"/>
              <a:buChar char="○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Manrope"/>
              <a:buChar char="■"/>
              <a:defRPr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1"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6.png"/><Relationship Id="rId4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gif"/><Relationship Id="rId4" Type="http://schemas.openxmlformats.org/officeDocument/2006/relationships/image" Target="../media/image27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0.gif"/><Relationship Id="rId4" Type="http://schemas.openxmlformats.org/officeDocument/2006/relationships/image" Target="../media/image4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1.png"/><Relationship Id="rId4" Type="http://schemas.openxmlformats.org/officeDocument/2006/relationships/image" Target="../media/image2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7.gif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7"/>
          <p:cNvSpPr txBox="1"/>
          <p:nvPr>
            <p:ph type="title"/>
          </p:nvPr>
        </p:nvSpPr>
        <p:spPr>
          <a:xfrm>
            <a:off x="1081850" y="1719900"/>
            <a:ext cx="6984900" cy="1694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300"/>
              <a:t>Computer Vision &amp; Pretrained Models</a:t>
            </a:r>
            <a:endParaRPr sz="4300"/>
          </a:p>
        </p:txBody>
      </p:sp>
      <p:sp>
        <p:nvSpPr>
          <p:cNvPr id="1066" name="Google Shape;1066;p57"/>
          <p:cNvSpPr txBox="1"/>
          <p:nvPr>
            <p:ph idx="2" type="title"/>
          </p:nvPr>
        </p:nvSpPr>
        <p:spPr>
          <a:xfrm rot="-53728">
            <a:off x="5546896" y="3228550"/>
            <a:ext cx="940615" cy="338743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 </a:t>
            </a:r>
            <a:r>
              <a:rPr lang="en"/>
              <a:t> 13 Aug</a:t>
            </a:r>
            <a:endParaRPr/>
          </a:p>
        </p:txBody>
      </p:sp>
      <p:sp>
        <p:nvSpPr>
          <p:cNvPr id="1067" name="Google Shape;1067;p57"/>
          <p:cNvSpPr txBox="1"/>
          <p:nvPr>
            <p:ph idx="1" type="body"/>
          </p:nvPr>
        </p:nvSpPr>
        <p:spPr>
          <a:xfrm>
            <a:off x="2655375" y="4170725"/>
            <a:ext cx="3615000" cy="465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Presented to you by: Mahmoud Sayed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Manrope Medium"/>
                <a:ea typeface="Manrope Medium"/>
                <a:cs typeface="Manrope Medium"/>
                <a:sym typeface="Manrope Medium"/>
              </a:rPr>
              <a:t>AI and Machine Learning Track</a:t>
            </a:r>
            <a:endParaRPr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068" name="Google Shape;1068;p57"/>
          <p:cNvSpPr txBox="1"/>
          <p:nvPr>
            <p:ph idx="3" type="title"/>
          </p:nvPr>
        </p:nvSpPr>
        <p:spPr>
          <a:xfrm rot="-555761">
            <a:off x="6594632" y="3130269"/>
            <a:ext cx="1047458" cy="301246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1069" name="Google Shape;1069;p57"/>
          <p:cNvSpPr txBox="1"/>
          <p:nvPr>
            <p:ph idx="4" type="subTitle"/>
          </p:nvPr>
        </p:nvSpPr>
        <p:spPr>
          <a:xfrm rot="-502899">
            <a:off x="2204673" y="1178299"/>
            <a:ext cx="2570556" cy="43818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latin typeface="Manrope ExtraBold"/>
                <a:ea typeface="Manrope ExtraBold"/>
                <a:cs typeface="Manrope ExtraBold"/>
                <a:sym typeface="Manrope ExtraBold"/>
              </a:rPr>
              <a:t>AI Summer Training Course - Level 2</a:t>
            </a:r>
            <a:endParaRPr b="0" sz="1000"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1070" name="Google Shape;107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78700"/>
            <a:ext cx="1732925" cy="11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58"/>
          <p:cNvSpPr txBox="1"/>
          <p:nvPr>
            <p:ph idx="1" type="body"/>
          </p:nvPr>
        </p:nvSpPr>
        <p:spPr>
          <a:xfrm>
            <a:off x="925650" y="1204025"/>
            <a:ext cx="6815400" cy="3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01.</a:t>
            </a:r>
            <a:r>
              <a:rPr lang="en" sz="1800"/>
              <a:t>  </a:t>
            </a:r>
            <a:r>
              <a:rPr lang="en" sz="1800"/>
              <a:t>Quick review of neural network concepts 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02.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Common Computer Vision Tasks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03.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CNN architectures, Convolution layers and filters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04.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Image preprocessing and augmentation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05.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Training, validation and evaluation for image classification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06.</a:t>
            </a:r>
            <a:r>
              <a:rPr lang="en" sz="1800"/>
              <a:t> </a:t>
            </a:r>
            <a:r>
              <a:rPr lang="en" sz="1800"/>
              <a:t>Why pretrained models are used in real computer vision projects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07.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Transfer learning workflow and freezing and unfreezing layers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08.</a:t>
            </a:r>
            <a:r>
              <a:rPr lang="en" sz="1800"/>
              <a:t> </a:t>
            </a:r>
            <a:r>
              <a:rPr lang="en" sz="1800"/>
              <a:t>Common pretrained model families</a:t>
            </a:r>
            <a:endParaRPr sz="1800"/>
          </a:p>
          <a:p>
            <a:pPr indent="0" lvl="0" marL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27777"/>
              <a:buFont typeface="Arial"/>
              <a:buNone/>
            </a:pPr>
            <a:r>
              <a:rPr lang="en" sz="1800">
                <a:solidFill>
                  <a:schemeClr val="accent4"/>
                </a:solidFill>
              </a:rPr>
              <a:t>09.</a:t>
            </a: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/>
              <a:t>Saving and reusing trained models</a:t>
            </a:r>
            <a:endParaRPr sz="1800"/>
          </a:p>
        </p:txBody>
      </p:sp>
      <p:sp>
        <p:nvSpPr>
          <p:cNvPr id="1076" name="Google Shape;1076;p58"/>
          <p:cNvSpPr txBox="1"/>
          <p:nvPr>
            <p:ph type="title"/>
          </p:nvPr>
        </p:nvSpPr>
        <p:spPr>
          <a:xfrm rot="-289246">
            <a:off x="586367" y="462555"/>
            <a:ext cx="2873666" cy="56960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/>
              <a:t>Course Content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9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What is Computer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082" name="Google Shape;1082;p59"/>
          <p:cNvSpPr txBox="1"/>
          <p:nvPr>
            <p:ph idx="1" type="body"/>
          </p:nvPr>
        </p:nvSpPr>
        <p:spPr>
          <a:xfrm>
            <a:off x="508875" y="1539275"/>
            <a:ext cx="75666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Computer vision is the field of computer science and artificial intelligence concerned with enabling computers to acquire, process, analyze, and understand visual information from the world.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/>
              <a:t>Computer Vision has many applications such as:</a:t>
            </a:r>
            <a:endParaRPr sz="1600"/>
          </a:p>
        </p:txBody>
      </p:sp>
      <p:sp>
        <p:nvSpPr>
          <p:cNvPr id="1083" name="Google Shape;1083;p59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0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Classification</a:t>
            </a:r>
            <a:endParaRPr/>
          </a:p>
        </p:txBody>
      </p:sp>
      <p:sp>
        <p:nvSpPr>
          <p:cNvPr id="1089" name="Google Shape;1089;p60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90" name="Google Shape;109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025" y="1597037"/>
            <a:ext cx="6191955" cy="34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61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Object Detection</a:t>
            </a:r>
            <a:endParaRPr/>
          </a:p>
        </p:txBody>
      </p:sp>
      <p:sp>
        <p:nvSpPr>
          <p:cNvPr id="1096" name="Google Shape;1096;p61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97" name="Google Shape;10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5938" y="1540063"/>
            <a:ext cx="5072123" cy="340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62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Segmentation</a:t>
            </a:r>
            <a:endParaRPr/>
          </a:p>
        </p:txBody>
      </p:sp>
      <p:sp>
        <p:nvSpPr>
          <p:cNvPr id="1103" name="Google Shape;1103;p62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04" name="Google Shape;110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4950" y="1838325"/>
            <a:ext cx="6029325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63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Object Tracking</a:t>
            </a:r>
            <a:endParaRPr/>
          </a:p>
        </p:txBody>
      </p:sp>
      <p:sp>
        <p:nvSpPr>
          <p:cNvPr id="1110" name="Google Shape;1110;p63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11" name="Google Shape;1111;p63" title="67d7f30dd9ff603ffeaa81bb_62e939ff79009c585a7c8dec_62dfc0605b11fa4ee9de513c_track_pedestrian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1871675"/>
            <a:ext cx="48768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64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3D Reconstruction</a:t>
            </a:r>
            <a:endParaRPr/>
          </a:p>
        </p:txBody>
      </p:sp>
      <p:sp>
        <p:nvSpPr>
          <p:cNvPr id="1117" name="Google Shape;1117;p64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18" name="Google Shape;11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88" y="1786475"/>
            <a:ext cx="3890475" cy="291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375" y="2096938"/>
            <a:ext cx="4091026" cy="2292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65"/>
          <p:cNvSpPr txBox="1"/>
          <p:nvPr>
            <p:ph type="title"/>
          </p:nvPr>
        </p:nvSpPr>
        <p:spPr>
          <a:xfrm>
            <a:off x="321075" y="341475"/>
            <a:ext cx="8406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Visual Question Answering (VQA), overlaps with NLP</a:t>
            </a:r>
            <a:endParaRPr/>
          </a:p>
        </p:txBody>
      </p:sp>
      <p:sp>
        <p:nvSpPr>
          <p:cNvPr id="1125" name="Google Shape;1125;p65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26" name="Google Shape;1126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388" y="1540063"/>
            <a:ext cx="4785218" cy="340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66"/>
          <p:cNvSpPr txBox="1"/>
          <p:nvPr>
            <p:ph type="title"/>
          </p:nvPr>
        </p:nvSpPr>
        <p:spPr>
          <a:xfrm>
            <a:off x="508875" y="874875"/>
            <a:ext cx="6606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Generation</a:t>
            </a:r>
            <a:endParaRPr/>
          </a:p>
        </p:txBody>
      </p:sp>
      <p:sp>
        <p:nvSpPr>
          <p:cNvPr id="1132" name="Google Shape;1132;p66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33" name="Google Shape;11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6412" y="1432275"/>
            <a:ext cx="3406426" cy="340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67"/>
          <p:cNvSpPr txBox="1"/>
          <p:nvPr>
            <p:ph type="title"/>
          </p:nvPr>
        </p:nvSpPr>
        <p:spPr>
          <a:xfrm>
            <a:off x="311700" y="2150850"/>
            <a:ext cx="8520600" cy="68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Countless Other Applications</a:t>
            </a:r>
            <a:endParaRPr/>
          </a:p>
        </p:txBody>
      </p:sp>
      <p:sp>
        <p:nvSpPr>
          <p:cNvPr id="1139" name="Google Shape;1139;p67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8"/>
          <p:cNvSpPr txBox="1"/>
          <p:nvPr>
            <p:ph type="title"/>
          </p:nvPr>
        </p:nvSpPr>
        <p:spPr>
          <a:xfrm>
            <a:off x="311700" y="2150850"/>
            <a:ext cx="8520600" cy="68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Let’s step back a little bit though</a:t>
            </a:r>
            <a:endParaRPr/>
          </a:p>
        </p:txBody>
      </p:sp>
      <p:sp>
        <p:nvSpPr>
          <p:cNvPr id="1145" name="Google Shape;1145;p68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69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Neural Netowrks Concepts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51" name="Google Shape;1151;p69"/>
          <p:cNvSpPr txBox="1"/>
          <p:nvPr>
            <p:ph idx="1" type="body"/>
          </p:nvPr>
        </p:nvSpPr>
        <p:spPr>
          <a:xfrm>
            <a:off x="508875" y="1539275"/>
            <a:ext cx="48060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300"/>
              <a:t>What’s a Neural Netowrk?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300"/>
              <a:t>Let’s think of a neural network as a black box that takes some input, does some unknown processing, then produces an output.</a:t>
            </a:r>
            <a:endParaRPr sz="1300"/>
          </a:p>
        </p:txBody>
      </p:sp>
      <p:pic>
        <p:nvPicPr>
          <p:cNvPr id="1152" name="Google Shape;115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745" y="2795925"/>
            <a:ext cx="5463799" cy="21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69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70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The Black Box Internals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59" name="Google Shape;1159;p70"/>
          <p:cNvSpPr txBox="1"/>
          <p:nvPr>
            <p:ph idx="1" type="body"/>
          </p:nvPr>
        </p:nvSpPr>
        <p:spPr>
          <a:xfrm>
            <a:off x="508875" y="1539275"/>
            <a:ext cx="48060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/>
              <a:t>A Vanilla Neural Networ typically consists of: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Input/s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Weights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Neurons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Activation function / Non-Linearity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Output/s</a:t>
            </a:r>
            <a:endParaRPr sz="1600"/>
          </a:p>
        </p:txBody>
      </p:sp>
      <p:sp>
        <p:nvSpPr>
          <p:cNvPr id="1160" name="Google Shape;1160;p70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799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72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Neural Network Weights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71" name="Google Shape;1171;p72"/>
          <p:cNvSpPr txBox="1"/>
          <p:nvPr>
            <p:ph idx="1" type="body"/>
          </p:nvPr>
        </p:nvSpPr>
        <p:spPr>
          <a:xfrm>
            <a:off x="508875" y="1539275"/>
            <a:ext cx="7965600" cy="25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 weights/parameters of a neural network are represented as matrices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They’re randomly initialized at the beginning.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As the network trains using Backpropagaion and update steps, the weights start converging to more meaningful values [to the network, hardly to us], that extract meaningful information from the input.</a:t>
            </a:r>
            <a:endParaRPr sz="1600"/>
          </a:p>
        </p:txBody>
      </p:sp>
      <p:sp>
        <p:nvSpPr>
          <p:cNvPr id="1172" name="Google Shape;1172;p72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73"/>
          <p:cNvSpPr txBox="1"/>
          <p:nvPr>
            <p:ph type="title"/>
          </p:nvPr>
        </p:nvSpPr>
        <p:spPr>
          <a:xfrm>
            <a:off x="508875" y="874875"/>
            <a:ext cx="7797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Universal Function Approximation Theorem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78" name="Google Shape;1178;p73"/>
          <p:cNvSpPr txBox="1"/>
          <p:nvPr>
            <p:ph idx="1" type="body"/>
          </p:nvPr>
        </p:nvSpPr>
        <p:spPr>
          <a:xfrm>
            <a:off x="508875" y="1539275"/>
            <a:ext cx="49311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Let’s step back a little bit.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</a:pPr>
            <a:r>
              <a:rPr lang="en" sz="1500"/>
              <a:t>The idea of Neural Networks emerged from the Universal Function Approximation Theorem (UFAT)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Char char="-"/>
            </a:pPr>
            <a:r>
              <a:rPr lang="en" sz="1500"/>
              <a:t>UFAT states that A feedforward neural network with a </a:t>
            </a:r>
            <a:r>
              <a:rPr b="1" lang="en" sz="1500"/>
              <a:t>single hidden layer</a:t>
            </a:r>
            <a:r>
              <a:rPr lang="en" sz="1500"/>
              <a:t>,</a:t>
            </a:r>
            <a:r>
              <a:rPr b="1" lang="en" sz="1500"/>
              <a:t> enough neurons,</a:t>
            </a:r>
            <a:r>
              <a:rPr lang="en" sz="1500"/>
              <a:t> and a suitable </a:t>
            </a:r>
            <a:r>
              <a:rPr b="1" lang="en" sz="1500"/>
              <a:t>nonlinear activation function</a:t>
            </a:r>
            <a:r>
              <a:rPr lang="en" sz="1500"/>
              <a:t> can approximate any continuous function on a compact domain to arbitrary accuracy.</a:t>
            </a:r>
            <a:endParaRPr sz="1700"/>
          </a:p>
        </p:txBody>
      </p:sp>
      <p:pic>
        <p:nvPicPr>
          <p:cNvPr id="1179" name="Google Shape;117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6050" y="1774062"/>
            <a:ext cx="3103725" cy="2938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74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Activation Functions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85" name="Google Shape;1185;p74"/>
          <p:cNvSpPr txBox="1"/>
          <p:nvPr>
            <p:ph idx="1" type="body"/>
          </p:nvPr>
        </p:nvSpPr>
        <p:spPr>
          <a:xfrm>
            <a:off x="508875" y="1539275"/>
            <a:ext cx="7197300" cy="30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Activation Functions are used to introduce non-linearity to your neural network.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Without activation functions, You’re </a:t>
            </a:r>
            <a:r>
              <a:rPr lang="en" sz="1600"/>
              <a:t>just </a:t>
            </a:r>
            <a:r>
              <a:rPr lang="en" sz="1600"/>
              <a:t>training a linear regression model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There are several activation functions such as: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Sigmoid (obsolete)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Tanh (obsolete)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ReLU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Leaky ReLU</a:t>
            </a:r>
            <a:endParaRPr sz="1600"/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GeLU</a:t>
            </a:r>
            <a:endParaRPr sz="16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86" name="Google Shape;1186;p74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75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Sigmoid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192" name="Google Shape;1192;p75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93" name="Google Shape;119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6475" y="1540063"/>
            <a:ext cx="5251058" cy="340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8775" y="457200"/>
            <a:ext cx="1744300" cy="9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76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Tanh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00" name="Google Shape;1200;p76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01" name="Google Shape;120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500" y="1636550"/>
            <a:ext cx="5339000" cy="3213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76"/>
          <p:cNvPicPr preferRelativeResize="0"/>
          <p:nvPr/>
        </p:nvPicPr>
        <p:blipFill rotWithShape="1">
          <a:blip r:embed="rId4">
            <a:alphaModFix/>
          </a:blip>
          <a:srcRect b="17722" l="0" r="0" t="30413"/>
          <a:stretch/>
        </p:blipFill>
        <p:spPr>
          <a:xfrm>
            <a:off x="7139125" y="567450"/>
            <a:ext cx="1776275" cy="8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77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ReLU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08" name="Google Shape;1208;p77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09" name="Google Shape;120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1563" y="1276700"/>
            <a:ext cx="5200881" cy="3406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0" name="Google Shape;1210;p77"/>
          <p:cNvSpPr txBox="1"/>
          <p:nvPr/>
        </p:nvSpPr>
        <p:spPr>
          <a:xfrm>
            <a:off x="7257300" y="757500"/>
            <a:ext cx="165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f(x) = max(0, x)</a:t>
            </a:r>
            <a:endParaRPr b="1" sz="1500">
              <a:solidFill>
                <a:schemeClr val="lt1"/>
              </a:solidFill>
              <a:highlight>
                <a:srgbClr val="FFFFFF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78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Leaky-ReLU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16" name="Google Shape;1216;p78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17" name="Google Shape;121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5200" y="2152575"/>
            <a:ext cx="5308851" cy="18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78"/>
          <p:cNvSpPr txBox="1"/>
          <p:nvPr/>
        </p:nvSpPr>
        <p:spPr>
          <a:xfrm>
            <a:off x="6375800" y="945825"/>
            <a:ext cx="19005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f(x) = max(</a:t>
            </a: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α</a:t>
            </a: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x, x)</a:t>
            </a:r>
            <a:endParaRPr b="1" sz="1500">
              <a:solidFill>
                <a:schemeClr val="lt1"/>
              </a:solidFill>
              <a:highlight>
                <a:srgbClr val="FFFFFF"/>
              </a:highlight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α</a:t>
            </a:r>
            <a:r>
              <a:rPr b="1" lang="en" sz="1500">
                <a:solidFill>
                  <a:schemeClr val="lt1"/>
                </a:solidFill>
                <a:highlight>
                  <a:srgbClr val="FFFFFF"/>
                </a:highlight>
                <a:latin typeface="Manrope"/>
                <a:ea typeface="Manrope"/>
                <a:cs typeface="Manrope"/>
                <a:sym typeface="Manrope"/>
              </a:rPr>
              <a:t> is often 0.01 </a:t>
            </a:r>
            <a:endParaRPr b="1" sz="1500">
              <a:solidFill>
                <a:schemeClr val="lt1"/>
              </a:solidFill>
              <a:highlight>
                <a:srgbClr val="FFFFFF"/>
              </a:highlight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highlight>
                <a:srgbClr val="FFFFFF"/>
              </a:highlight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79"/>
          <p:cNvSpPr txBox="1"/>
          <p:nvPr>
            <p:ph type="title"/>
          </p:nvPr>
        </p:nvSpPr>
        <p:spPr>
          <a:xfrm>
            <a:off x="508875" y="874875"/>
            <a:ext cx="42393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GeLU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24" name="Google Shape;1224;p79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25" name="Google Shape;1225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2538" y="1368475"/>
            <a:ext cx="4098918" cy="34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6" name="Google Shape;1226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3750" y="368600"/>
            <a:ext cx="3081650" cy="90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80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How is a Neural Network Trained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32" name="Google Shape;1232;p80"/>
          <p:cNvSpPr txBox="1"/>
          <p:nvPr>
            <p:ph idx="1" type="body"/>
          </p:nvPr>
        </p:nvSpPr>
        <p:spPr>
          <a:xfrm>
            <a:off x="508875" y="1539275"/>
            <a:ext cx="78570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To train a neural Network, You need to: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Specify the </a:t>
            </a:r>
            <a:r>
              <a:rPr b="1" lang="en" sz="1700"/>
              <a:t>task</a:t>
            </a:r>
            <a:endParaRPr b="1"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Gather a huge amount of data for the task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Build your Neural Network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Pick a suitable </a:t>
            </a:r>
            <a:r>
              <a:rPr b="1" lang="en" sz="1700"/>
              <a:t>Loss Function</a:t>
            </a:r>
            <a:endParaRPr b="1"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Perform Forward Pass 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Perform </a:t>
            </a:r>
            <a:r>
              <a:rPr b="1" lang="en" sz="1700"/>
              <a:t>Backpropagation </a:t>
            </a:r>
            <a:r>
              <a:rPr lang="en" sz="1700"/>
              <a:t>to</a:t>
            </a:r>
            <a:r>
              <a:rPr b="1" lang="en" sz="1700"/>
              <a:t> </a:t>
            </a:r>
            <a:r>
              <a:rPr lang="en" sz="1700"/>
              <a:t> compute a gradient for each parameter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Update parameters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Repeat the process for a number of epochs or based on some </a:t>
            </a:r>
            <a:r>
              <a:rPr b="1" lang="en" sz="1700"/>
              <a:t>stopping criterion</a:t>
            </a:r>
            <a:endParaRPr b="1"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Weights are updated using a </a:t>
            </a:r>
            <a:r>
              <a:rPr b="1" lang="en" sz="1700"/>
              <a:t>Learning Rate</a:t>
            </a:r>
            <a:endParaRPr b="1"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81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What is a Loss Function?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38" name="Google Shape;1238;p81"/>
          <p:cNvSpPr txBox="1"/>
          <p:nvPr>
            <p:ph idx="1" type="body"/>
          </p:nvPr>
        </p:nvSpPr>
        <p:spPr>
          <a:xfrm>
            <a:off x="508875" y="1539275"/>
            <a:ext cx="70191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 loss function is the criteria that tells the model, how wrong its output is, according to the given </a:t>
            </a:r>
            <a:r>
              <a:rPr lang="en" sz="1700"/>
              <a:t>task.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 big loss value indicates that the model performs poorly, a low value indicates that the model performs better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While Training  Neural Network, You aim to reduce the loss value</a:t>
            </a:r>
            <a:endParaRPr sz="17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82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What is a Loss Function?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44" name="Google Shape;1244;p82"/>
          <p:cNvSpPr txBox="1"/>
          <p:nvPr>
            <p:ph idx="1" type="body"/>
          </p:nvPr>
        </p:nvSpPr>
        <p:spPr>
          <a:xfrm>
            <a:off x="508875" y="1539275"/>
            <a:ext cx="70191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Loss functions are task specific.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Regression </a:t>
            </a:r>
            <a:r>
              <a:rPr lang="en" sz="1700"/>
              <a:t>tasks use Mean Square Error MSE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Classification </a:t>
            </a:r>
            <a:r>
              <a:rPr lang="en" sz="1700"/>
              <a:t>Tasks use  Cross-Entropy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Image </a:t>
            </a:r>
            <a:r>
              <a:rPr b="1" lang="en" sz="1700"/>
              <a:t>Generation </a:t>
            </a:r>
            <a:r>
              <a:rPr lang="en" sz="1700"/>
              <a:t>models use KL-Divergence [out of scope]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Other countless losses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You can use </a:t>
            </a:r>
            <a:r>
              <a:rPr b="1" lang="en" sz="1700"/>
              <a:t>multiple loss functions </a:t>
            </a:r>
            <a:r>
              <a:rPr lang="en" sz="1700"/>
              <a:t>to train a single network</a:t>
            </a:r>
            <a:endParaRPr sz="1700"/>
          </a:p>
        </p:txBody>
      </p:sp>
      <p:sp>
        <p:nvSpPr>
          <p:cNvPr id="1245" name="Google Shape;1245;p82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3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Regression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51" name="Google Shape;1251;p83"/>
          <p:cNvSpPr txBox="1"/>
          <p:nvPr>
            <p:ph idx="1" type="body"/>
          </p:nvPr>
        </p:nvSpPr>
        <p:spPr>
          <a:xfrm>
            <a:off x="508875" y="1539275"/>
            <a:ext cx="79866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Regression is the task of predicting a continuous variable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Ex: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House Pricing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Object Localization (predicting coordinates)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Regression tasks aim to reduce Mean Squared Error (MSE).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252" name="Google Shape;1252;p83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253" name="Google Shape;125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750" y="3791975"/>
            <a:ext cx="4614850" cy="127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84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Mean Squared Error</a:t>
            </a:r>
            <a:endParaRPr/>
          </a:p>
        </p:txBody>
      </p:sp>
      <p:pic>
        <p:nvPicPr>
          <p:cNvPr id="1259" name="Google Shape;125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575" y="1540063"/>
            <a:ext cx="6812850" cy="34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85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Classification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65" name="Google Shape;1265;p85"/>
          <p:cNvSpPr txBox="1"/>
          <p:nvPr>
            <p:ph idx="1" type="body"/>
          </p:nvPr>
        </p:nvSpPr>
        <p:spPr>
          <a:xfrm>
            <a:off x="508875" y="1539275"/>
            <a:ext cx="79866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Classification is a task of choosing a class out of finite discrete classes.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Ex: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Cat vs Dog Classification</a:t>
            </a:r>
            <a:endParaRPr sz="17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Classification tasks aim to reduce the Cross Entropy loss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It aims to make the model’s output probability distribution match the true distribution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266" name="Google Shape;1266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5037" y="3654225"/>
            <a:ext cx="3113925" cy="148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86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Cross Entropy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272" name="Google Shape;1272;p86"/>
          <p:cNvSpPr txBox="1"/>
          <p:nvPr>
            <p:ph idx="1" type="body"/>
          </p:nvPr>
        </p:nvSpPr>
        <p:spPr>
          <a:xfrm>
            <a:off x="508875" y="1539275"/>
            <a:ext cx="79866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Ex: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Ground truth (y) =  [0, 1</a:t>
            </a:r>
            <a:r>
              <a:rPr lang="en" sz="1700"/>
              <a:t>,</a:t>
            </a:r>
            <a:r>
              <a:rPr lang="en" sz="1700"/>
              <a:t> 0]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Predictions (p)     =  [0.01, 0.9, 0.09]</a:t>
            </a:r>
            <a:endParaRPr sz="1700"/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 = -0*ln(0.01)-1*ln(0.9)-0*ln(0.09)</a:t>
            </a:r>
            <a:endParaRPr sz="1700"/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 = 0.1</a:t>
            </a:r>
            <a:endParaRPr sz="17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Ground Truth =  [0, 0, 1]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Predictions     =  [0.01, 0.9, 0.09]	</a:t>
            </a:r>
            <a:endParaRPr sz="1700"/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 = -0*ln(0.01)-0*ln(0.9)-1*ln(0.09)</a:t>
            </a:r>
            <a:endParaRPr sz="1700"/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L = 2.41</a:t>
            </a:r>
            <a:endParaRPr sz="1700"/>
          </a:p>
        </p:txBody>
      </p:sp>
      <p:pic>
        <p:nvPicPr>
          <p:cNvPr id="1273" name="Google Shape;127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1275" y="1721649"/>
            <a:ext cx="1984125" cy="94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87"/>
          <p:cNvSpPr txBox="1"/>
          <p:nvPr>
            <p:ph type="title"/>
          </p:nvPr>
        </p:nvSpPr>
        <p:spPr>
          <a:xfrm>
            <a:off x="508875" y="874875"/>
            <a:ext cx="8457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2700"/>
              <a:t>Backpropagation: The Core </a:t>
            </a:r>
            <a:r>
              <a:rPr lang="en" sz="2700"/>
              <a:t>engine</a:t>
            </a:r>
            <a:r>
              <a:rPr lang="en" sz="2700"/>
              <a:t> behind Neural Networks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700"/>
          </a:p>
        </p:txBody>
      </p:sp>
      <p:pic>
        <p:nvPicPr>
          <p:cNvPr id="1279" name="Google Shape;127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4500" y="1540063"/>
            <a:ext cx="7486647" cy="340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88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What’s a gradient</a:t>
            </a:r>
            <a:endParaRPr/>
          </a:p>
        </p:txBody>
      </p:sp>
      <p:sp>
        <p:nvSpPr>
          <p:cNvPr id="1285" name="Google Shape;1285;p88"/>
          <p:cNvSpPr txBox="1"/>
          <p:nvPr>
            <p:ph idx="1" type="body"/>
          </p:nvPr>
        </p:nvSpPr>
        <p:spPr>
          <a:xfrm>
            <a:off x="508875" y="1539275"/>
            <a:ext cx="7986600" cy="31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Gradients tell you two pieces of information: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The steepness of the loss curve at the weight’s current position.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The direction you should walk toward to </a:t>
            </a:r>
            <a:r>
              <a:rPr b="1" lang="en" sz="1700"/>
              <a:t>increase</a:t>
            </a:r>
            <a:r>
              <a:rPr lang="en" sz="1700"/>
              <a:t> the loss.</a:t>
            </a:r>
            <a:endParaRPr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89"/>
          <p:cNvSpPr txBox="1"/>
          <p:nvPr>
            <p:ph type="title"/>
          </p:nvPr>
        </p:nvSpPr>
        <p:spPr>
          <a:xfrm>
            <a:off x="508875" y="874875"/>
            <a:ext cx="8457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2700"/>
              <a:t>Backpropagation: The Core engine behind Neural Networks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700"/>
          </a:p>
        </p:txBody>
      </p:sp>
      <p:pic>
        <p:nvPicPr>
          <p:cNvPr id="1291" name="Google Shape;129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75" y="1801825"/>
            <a:ext cx="4225025" cy="262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1475" y="2091075"/>
            <a:ext cx="4105299" cy="2050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90"/>
          <p:cNvSpPr txBox="1"/>
          <p:nvPr>
            <p:ph type="title"/>
          </p:nvPr>
        </p:nvSpPr>
        <p:spPr>
          <a:xfrm>
            <a:off x="508875" y="874875"/>
            <a:ext cx="8457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 sz="2700"/>
              <a:t>Backpropagation: The Core engine behind Neural Networks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700"/>
          </a:p>
        </p:txBody>
      </p:sp>
      <p:pic>
        <p:nvPicPr>
          <p:cNvPr id="1298" name="Google Shape;129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5863" y="1726375"/>
            <a:ext cx="4943925" cy="27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91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Update the weights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04" name="Google Shape;1304;p91"/>
          <p:cNvSpPr txBox="1"/>
          <p:nvPr>
            <p:ph idx="1" type="body"/>
          </p:nvPr>
        </p:nvSpPr>
        <p:spPr>
          <a:xfrm>
            <a:off x="508875" y="1895475"/>
            <a:ext cx="7019100" cy="29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Update the weight by walking to the direction with a scaled step opposite to the direction that increases the loss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The </a:t>
            </a:r>
            <a:r>
              <a:rPr lang="en" sz="1700"/>
              <a:t>scaling</a:t>
            </a:r>
            <a:r>
              <a:rPr lang="en" sz="1700"/>
              <a:t> factor  α is called a learning rate.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It controls how fast the network converges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Though it has to be set carefully since a low learning rate may cause the network to take a really long time to converge and a high learning rate may cause it to never converge [diverge]</a:t>
            </a:r>
            <a:endParaRPr sz="1700"/>
          </a:p>
        </p:txBody>
      </p:sp>
      <p:sp>
        <p:nvSpPr>
          <p:cNvPr id="1305" name="Google Shape;1305;p91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06" name="Google Shape;1306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363" y="301613"/>
            <a:ext cx="26955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0" name="Shape 1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Google Shape;1311;p92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Common neural </a:t>
            </a:r>
            <a:r>
              <a:rPr lang="en"/>
              <a:t>network training problems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12" name="Google Shape;1312;p92"/>
          <p:cNvSpPr txBox="1"/>
          <p:nvPr>
            <p:ph idx="1" type="body"/>
          </p:nvPr>
        </p:nvSpPr>
        <p:spPr>
          <a:xfrm>
            <a:off x="508875" y="1895475"/>
            <a:ext cx="7019100" cy="29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Vanishing Gradients -&gt; gradients get progressively small [especially the deeper the network goes] which causes it to converge really really slowly or maybe even never converge [can be alleviated by using different activation functions, though never exterminated]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Exploding Gradients -&gt; gradients becomes larger, which causes the network to diverge rather than converge [can be alleviated by gradients clipping, though never exterminated]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One solution that addresses both problems is </a:t>
            </a:r>
            <a:r>
              <a:rPr b="1" lang="en" sz="1700"/>
              <a:t>batch normalization</a:t>
            </a:r>
            <a:r>
              <a:rPr lang="en" sz="1700"/>
              <a:t>, more on that later</a:t>
            </a:r>
            <a:endParaRPr sz="1700"/>
          </a:p>
        </p:txBody>
      </p:sp>
      <p:sp>
        <p:nvSpPr>
          <p:cNvPr id="1313" name="Google Shape;1313;p92"/>
          <p:cNvSpPr txBox="1"/>
          <p:nvPr/>
        </p:nvSpPr>
        <p:spPr>
          <a:xfrm>
            <a:off x="5643800" y="3592050"/>
            <a:ext cx="127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Black Box</a:t>
            </a:r>
            <a:endParaRPr b="1" sz="15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93"/>
          <p:cNvSpPr txBox="1"/>
          <p:nvPr>
            <p:ph type="title"/>
          </p:nvPr>
        </p:nvSpPr>
        <p:spPr>
          <a:xfrm>
            <a:off x="1801575" y="2293050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Putting it all together.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4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Convolutional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24" name="Google Shape;1324;p94"/>
          <p:cNvSpPr txBox="1"/>
          <p:nvPr>
            <p:ph idx="1" type="body"/>
          </p:nvPr>
        </p:nvSpPr>
        <p:spPr>
          <a:xfrm>
            <a:off x="508875" y="1895475"/>
            <a:ext cx="7019100" cy="17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Motivation: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Why do we use CNNs? Why not use vanilla neural </a:t>
            </a:r>
            <a:r>
              <a:rPr lang="en" sz="1700"/>
              <a:t>networks</a:t>
            </a:r>
            <a:r>
              <a:rPr lang="en" sz="1700"/>
              <a:t> to process an image</a:t>
            </a:r>
            <a:endParaRPr sz="1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5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Convolutional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30" name="Google Shape;1330;p95"/>
          <p:cNvSpPr txBox="1"/>
          <p:nvPr>
            <p:ph idx="1" type="body"/>
          </p:nvPr>
        </p:nvSpPr>
        <p:spPr>
          <a:xfrm>
            <a:off x="508875" y="1895475"/>
            <a:ext cx="7851300" cy="17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2 good reasons: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NNs ignore the spatial structure of the image [no real understanding], although it (may) end up performing a bit good.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Think of it as an unordered sentence </a:t>
            </a:r>
            <a:endParaRPr sz="1700"/>
          </a:p>
          <a:p>
            <a:pPr indent="0" lvl="0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It requires an enormous amount of parameters to process a small image</a:t>
            </a:r>
            <a:endParaRPr sz="17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96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Convolutional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36" name="Google Shape;1336;p96"/>
          <p:cNvSpPr txBox="1"/>
          <p:nvPr>
            <p:ph idx="1" type="body"/>
          </p:nvPr>
        </p:nvSpPr>
        <p:spPr>
          <a:xfrm>
            <a:off x="508875" y="18954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Imagine having a 224x224x3 image, that’s too small for an image, but large enough for an NN.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224x224x3 = 150,528 pixels/inputs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Let’s say the first layer in the NN 1000 neurons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700"/>
              <a:t>That gives you 150,528*1000  = </a:t>
            </a:r>
            <a:r>
              <a:rPr lang="en" sz="1700"/>
              <a:t>150,528</a:t>
            </a:r>
            <a:r>
              <a:rPr lang="en" sz="1700"/>
              <a:t>,000 parameters only in the first layer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700"/>
              <a:t>Although 1000 is considerably low for an input of that size, you’re basically compressing it and losing loads of information very early in the NN.</a:t>
            </a:r>
            <a:endParaRPr sz="17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97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Convolutional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42" name="Google Shape;1342;p97"/>
          <p:cNvSpPr txBox="1"/>
          <p:nvPr>
            <p:ph idx="1" type="body"/>
          </p:nvPr>
        </p:nvSpPr>
        <p:spPr>
          <a:xfrm>
            <a:off x="508875" y="18954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CNNs offered a much more efficient and meaningful solution.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They utilize convolution operators rather than simple layers of neurons.</a:t>
            </a:r>
            <a:endParaRPr sz="17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8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Convolutional Neural Networks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48" name="Google Shape;1348;p98"/>
          <p:cNvSpPr txBox="1"/>
          <p:nvPr>
            <p:ph idx="1" type="body"/>
          </p:nvPr>
        </p:nvSpPr>
        <p:spPr>
          <a:xfrm>
            <a:off x="508875" y="18954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CNNs offered a much more efficient and meaningful solution.</a:t>
            </a:r>
            <a:endParaRPr sz="17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They utilize convolution operators rather than simple layers of neurons.</a:t>
            </a:r>
            <a:endParaRPr sz="17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9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But, what is convolution?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1354" name="Google Shape;1354;p99"/>
          <p:cNvSpPr txBox="1"/>
          <p:nvPr>
            <p:ph idx="1" type="body"/>
          </p:nvPr>
        </p:nvSpPr>
        <p:spPr>
          <a:xfrm>
            <a:off x="508875" y="18954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Convolution </a:t>
            </a:r>
            <a:r>
              <a:rPr lang="en" sz="1700"/>
              <a:t>is an operation where a small matrix called a filter/kernel slides across an input and computes a value at each location.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ideas of convolution and correlation originated in the field of Signal Processing, but was later utilized in Image Processing and neural </a:t>
            </a:r>
            <a:r>
              <a:rPr lang="en" sz="1700"/>
              <a:t>networks</a:t>
            </a:r>
            <a:r>
              <a:rPr lang="en" sz="1700"/>
              <a:t>.</a:t>
            </a:r>
            <a:endParaRPr sz="17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100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But, what is convolution?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360" name="Google Shape;1360;p100" title="convolutio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900" y="1540063"/>
            <a:ext cx="4029575" cy="340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100" title="1_1RpnAf-_FGLDIVCBvHnDWA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3263" y="1432275"/>
            <a:ext cx="3111034" cy="34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01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But, what is convolution?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367" name="Google Shape;136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513" y="1432275"/>
            <a:ext cx="6442975" cy="34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102"/>
          <p:cNvSpPr txBox="1"/>
          <p:nvPr>
            <p:ph type="title"/>
          </p:nvPr>
        </p:nvSpPr>
        <p:spPr>
          <a:xfrm>
            <a:off x="508875" y="874875"/>
            <a:ext cx="75465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Here’s what a convolution may look like</a:t>
            </a:r>
            <a:endParaRPr/>
          </a:p>
        </p:txBody>
      </p:sp>
      <p:pic>
        <p:nvPicPr>
          <p:cNvPr id="1373" name="Google Shape;137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800" y="1895484"/>
            <a:ext cx="1443250" cy="145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4" name="Google Shape;137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0787" y="1561138"/>
            <a:ext cx="2442672" cy="202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5" name="Google Shape;1375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91176" y="1561150"/>
            <a:ext cx="2328724" cy="30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102"/>
          <p:cNvSpPr txBox="1"/>
          <p:nvPr/>
        </p:nvSpPr>
        <p:spPr>
          <a:xfrm>
            <a:off x="841825" y="3582375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Average filter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7" name="Google Shape;1377;p102"/>
          <p:cNvSpPr txBox="1"/>
          <p:nvPr/>
        </p:nvSpPr>
        <p:spPr>
          <a:xfrm>
            <a:off x="3672525" y="3711250"/>
            <a:ext cx="121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Gaussian Filter 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(looks like a gaussian)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8" name="Google Shape;1378;p102"/>
          <p:cNvSpPr txBox="1"/>
          <p:nvPr/>
        </p:nvSpPr>
        <p:spPr>
          <a:xfrm>
            <a:off x="6945938" y="4726900"/>
            <a:ext cx="121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Sobel Filter</a:t>
            </a:r>
            <a:endParaRPr b="1" sz="12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103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Applications of Convolution in Image 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384" name="Google Shape;138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899" y="1413887"/>
            <a:ext cx="6321874" cy="3497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5" name="Google Shape;1385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8700" y="1978859"/>
            <a:ext cx="1443250" cy="145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p104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lang="en"/>
              <a:t>Applications of Convolution in Image Processing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391" name="Google Shape;139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8700" y="1978859"/>
            <a:ext cx="1443250" cy="1451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2" name="Google Shape;139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900" y="1413875"/>
            <a:ext cx="6415550" cy="34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05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Average filter effect</a:t>
            </a:r>
            <a:endParaRPr/>
          </a:p>
        </p:txBody>
      </p:sp>
      <p:pic>
        <p:nvPicPr>
          <p:cNvPr id="1398" name="Google Shape;139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1089375"/>
            <a:ext cx="75628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06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Gaussian filter effect</a:t>
            </a:r>
            <a:endParaRPr/>
          </a:p>
        </p:txBody>
      </p:sp>
      <p:pic>
        <p:nvPicPr>
          <p:cNvPr id="1404" name="Google Shape;1404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1463" y="1292575"/>
            <a:ext cx="7141075" cy="354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7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Edge Detectors</a:t>
            </a:r>
            <a:endParaRPr/>
          </a:p>
        </p:txBody>
      </p:sp>
      <p:pic>
        <p:nvPicPr>
          <p:cNvPr id="1410" name="Google Shape;141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163" y="2257250"/>
            <a:ext cx="5337675" cy="13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07"/>
          <p:cNvSpPr txBox="1"/>
          <p:nvPr/>
        </p:nvSpPr>
        <p:spPr>
          <a:xfrm>
            <a:off x="2027550" y="3994975"/>
            <a:ext cx="508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Sobel Edge Detector</a:t>
            </a:r>
            <a:endParaRPr b="1"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108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Edge Detectors</a:t>
            </a:r>
            <a:endParaRPr/>
          </a:p>
        </p:txBody>
      </p:sp>
      <p:pic>
        <p:nvPicPr>
          <p:cNvPr id="1417" name="Google Shape;1417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763" y="997300"/>
            <a:ext cx="5968470" cy="39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09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Edge Detectors</a:t>
            </a:r>
            <a:endParaRPr/>
          </a:p>
        </p:txBody>
      </p:sp>
      <p:pic>
        <p:nvPicPr>
          <p:cNvPr id="1423" name="Google Shape;1423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6675"/>
            <a:ext cx="8839201" cy="3891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10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Sharpenning</a:t>
            </a:r>
            <a:endParaRPr/>
          </a:p>
        </p:txBody>
      </p:sp>
      <p:pic>
        <p:nvPicPr>
          <p:cNvPr id="1429" name="Google Shape;1429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6675"/>
            <a:ext cx="8839200" cy="346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111"/>
          <p:cNvSpPr txBox="1"/>
          <p:nvPr>
            <p:ph type="title"/>
          </p:nvPr>
        </p:nvSpPr>
        <p:spPr>
          <a:xfrm>
            <a:off x="532050" y="366875"/>
            <a:ext cx="80799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Sharpenning</a:t>
            </a:r>
            <a:endParaRPr/>
          </a:p>
        </p:txBody>
      </p:sp>
      <p:sp>
        <p:nvSpPr>
          <p:cNvPr id="1435" name="Google Shape;1435;p111"/>
          <p:cNvSpPr txBox="1"/>
          <p:nvPr/>
        </p:nvSpPr>
        <p:spPr>
          <a:xfrm>
            <a:off x="1728750" y="2191275"/>
            <a:ext cx="568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Countless Other Filters</a:t>
            </a:r>
            <a:endParaRPr b="1"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12"/>
          <p:cNvSpPr txBox="1"/>
          <p:nvPr>
            <p:ph type="title"/>
          </p:nvPr>
        </p:nvSpPr>
        <p:spPr>
          <a:xfrm>
            <a:off x="508875" y="457200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Convolution main parameters</a:t>
            </a:r>
            <a:endParaRPr/>
          </a:p>
        </p:txBody>
      </p:sp>
      <p:sp>
        <p:nvSpPr>
          <p:cNvPr id="1441" name="Google Shape;1441;p112"/>
          <p:cNvSpPr txBox="1"/>
          <p:nvPr>
            <p:ph idx="1" type="body"/>
          </p:nvPr>
        </p:nvSpPr>
        <p:spPr>
          <a:xfrm>
            <a:off x="508875" y="1297100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Kernel Size -&gt; sets the dimensions of the kernel (typically 3)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Padding -&gt;sets the padding around the image to avoid input/output dimension change. In other words, preserves the input size.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Stride -&gt; how many steps horizontal/vertical should the filter move (typically 1)</a:t>
            </a:r>
            <a:endParaRPr sz="1700"/>
          </a:p>
        </p:txBody>
      </p:sp>
      <p:pic>
        <p:nvPicPr>
          <p:cNvPr id="1442" name="Google Shape;1442;p112" title="images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6062" y="2931200"/>
            <a:ext cx="2729326" cy="1980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788" y="3022020"/>
            <a:ext cx="5198177" cy="179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113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sp>
        <p:nvSpPr>
          <p:cNvPr id="1449" name="Google Shape;1449;p113"/>
          <p:cNvSpPr txBox="1"/>
          <p:nvPr>
            <p:ph idx="1" type="body"/>
          </p:nvPr>
        </p:nvSpPr>
        <p:spPr>
          <a:xfrm>
            <a:off x="508875" y="18954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Ok, cool , but what does any of that have to do with CNNs.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CNNs use the convolution operators to extract features from input images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But which kernel does it use to extract feature, is it sobel? Gaussian? Averaging? </a:t>
            </a:r>
            <a:endParaRPr sz="17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114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sp>
        <p:nvSpPr>
          <p:cNvPr id="1455" name="Google Shape;1455;p114"/>
          <p:cNvSpPr txBox="1"/>
          <p:nvPr>
            <p:ph idx="1" type="body"/>
          </p:nvPr>
        </p:nvSpPr>
        <p:spPr>
          <a:xfrm>
            <a:off x="508875" y="16917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It uses none of these, it learns </a:t>
            </a:r>
            <a:r>
              <a:rPr b="1" lang="en" sz="1700"/>
              <a:t>ITS OWN </a:t>
            </a:r>
            <a:r>
              <a:rPr lang="en" sz="1700"/>
              <a:t>set of filters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You can think of each entry in a filter matrix as a parameter, and the output of a filter applied to a region within the image, as a neuron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Except, CNNs filters take the depth of the image into account too.</a:t>
            </a:r>
            <a:endParaRPr sz="1700"/>
          </a:p>
        </p:txBody>
      </p:sp>
      <p:pic>
        <p:nvPicPr>
          <p:cNvPr id="1456" name="Google Shape;1456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0875" y="2886063"/>
            <a:ext cx="318135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6425" y="3288922"/>
            <a:ext cx="1443250" cy="145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115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sp>
        <p:nvSpPr>
          <p:cNvPr id="1463" name="Google Shape;1463;p115"/>
          <p:cNvSpPr txBox="1"/>
          <p:nvPr>
            <p:ph idx="1" type="body"/>
          </p:nvPr>
        </p:nvSpPr>
        <p:spPr>
          <a:xfrm>
            <a:off x="508875" y="16917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Convolution solves the problems caused by applying vanilla NNs on images.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Has spatial awareness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S</a:t>
            </a:r>
            <a:r>
              <a:rPr lang="en" sz="1700"/>
              <a:t>ignificantly reduces the number of parameters</a:t>
            </a:r>
            <a:endParaRPr sz="17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16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pic>
        <p:nvPicPr>
          <p:cNvPr id="1469" name="Google Shape;1469;p116" title="pUhJvPTCq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63" y="1638313"/>
            <a:ext cx="3514725" cy="32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17"/>
          <p:cNvSpPr txBox="1"/>
          <p:nvPr>
            <p:ph type="title"/>
          </p:nvPr>
        </p:nvSpPr>
        <p:spPr>
          <a:xfrm>
            <a:off x="508875" y="457200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Convolution layer main parameters</a:t>
            </a:r>
            <a:endParaRPr/>
          </a:p>
        </p:txBody>
      </p:sp>
      <p:sp>
        <p:nvSpPr>
          <p:cNvPr id="1475" name="Google Shape;1475;p117"/>
          <p:cNvSpPr txBox="1"/>
          <p:nvPr>
            <p:ph idx="1" type="body"/>
          </p:nvPr>
        </p:nvSpPr>
        <p:spPr>
          <a:xfrm>
            <a:off x="508875" y="1297100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All parameters of convolution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Number of filters -&gt; sets the number of filters per layer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Dilation -&gt; (typically unchanged, default 1)</a:t>
            </a:r>
            <a:endParaRPr sz="1700"/>
          </a:p>
        </p:txBody>
      </p:sp>
      <p:pic>
        <p:nvPicPr>
          <p:cNvPr id="1476" name="Google Shape;147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5800" y="2977000"/>
            <a:ext cx="3362976" cy="200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118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sp>
        <p:nvSpPr>
          <p:cNvPr id="1482" name="Google Shape;1482;p118"/>
          <p:cNvSpPr txBox="1"/>
          <p:nvPr>
            <p:ph idx="1" type="body"/>
          </p:nvPr>
        </p:nvSpPr>
        <p:spPr>
          <a:xfrm>
            <a:off x="508875" y="16917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 CNN, typically consists of multiple convolution layers, each layer consists of N convolution filters, </a:t>
            </a:r>
            <a:r>
              <a:rPr b="1" lang="en" sz="1700"/>
              <a:t>Activation functions</a:t>
            </a:r>
            <a:r>
              <a:rPr lang="en" sz="1700"/>
              <a:t>, </a:t>
            </a:r>
            <a:r>
              <a:rPr lang="en" sz="1700"/>
              <a:t>as well as </a:t>
            </a:r>
            <a:r>
              <a:rPr b="1" lang="en" sz="1700"/>
              <a:t>Pooling Layers.</a:t>
            </a:r>
            <a:endParaRPr b="1"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output of each convolution layer is called a </a:t>
            </a:r>
            <a:r>
              <a:rPr b="1" lang="en" sz="1700"/>
              <a:t>feature map</a:t>
            </a:r>
            <a:endParaRPr b="1" sz="17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19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Activation Functions in CNNs</a:t>
            </a:r>
            <a:endParaRPr/>
          </a:p>
        </p:txBody>
      </p:sp>
      <p:sp>
        <p:nvSpPr>
          <p:cNvPr id="1488" name="Google Shape;1488;p119"/>
          <p:cNvSpPr txBox="1"/>
          <p:nvPr>
            <p:ph idx="1" type="body"/>
          </p:nvPr>
        </p:nvSpPr>
        <p:spPr>
          <a:xfrm>
            <a:off x="508875" y="16917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 most commonly used activation function in CNNs is ReLU</a:t>
            </a:r>
            <a:endParaRPr b="1" sz="1700"/>
          </a:p>
        </p:txBody>
      </p:sp>
      <p:pic>
        <p:nvPicPr>
          <p:cNvPr id="1489" name="Google Shape;1489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1738" y="2334625"/>
            <a:ext cx="4445574" cy="2911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0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Pooling</a:t>
            </a:r>
            <a:endParaRPr/>
          </a:p>
        </p:txBody>
      </p:sp>
      <p:sp>
        <p:nvSpPr>
          <p:cNvPr id="1495" name="Google Shape;1495;p120"/>
          <p:cNvSpPr txBox="1"/>
          <p:nvPr>
            <p:ph idx="1" type="body"/>
          </p:nvPr>
        </p:nvSpPr>
        <p:spPr>
          <a:xfrm>
            <a:off x="508875" y="1691775"/>
            <a:ext cx="7851300" cy="23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Pooling is a technique used to Reduce the size of the feature maps after one or more convolution steps to allow the network to focus on more important features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It works exactly the same way convolution works in terms of having a moving kernel over an image.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Usually strided</a:t>
            </a:r>
            <a:endParaRPr b="1"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There are 2 </a:t>
            </a:r>
            <a:r>
              <a:rPr lang="en" sz="1700"/>
              <a:t>common</a:t>
            </a:r>
            <a:r>
              <a:rPr lang="en" sz="1700"/>
              <a:t> Pooling types: </a:t>
            </a:r>
            <a:endParaRPr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Max Pooling</a:t>
            </a:r>
            <a:endParaRPr b="1" sz="17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b="1" lang="en" sz="1700"/>
              <a:t>Average Pooling </a:t>
            </a:r>
            <a:r>
              <a:rPr lang="en" sz="1700"/>
              <a:t>[basically, the average filter we discussed earlier]</a:t>
            </a:r>
            <a:endParaRPr sz="17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21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Pooling</a:t>
            </a:r>
            <a:endParaRPr/>
          </a:p>
        </p:txBody>
      </p:sp>
      <p:pic>
        <p:nvPicPr>
          <p:cNvPr id="1501" name="Google Shape;1501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9538" y="1635313"/>
            <a:ext cx="3904927" cy="3406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22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 to CNNs</a:t>
            </a:r>
            <a:endParaRPr/>
          </a:p>
        </p:txBody>
      </p:sp>
      <p:pic>
        <p:nvPicPr>
          <p:cNvPr id="1507" name="Google Shape;1507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3" y="1540063"/>
            <a:ext cx="6055867" cy="340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23"/>
          <p:cNvSpPr txBox="1"/>
          <p:nvPr>
            <p:ph type="title"/>
          </p:nvPr>
        </p:nvSpPr>
        <p:spPr>
          <a:xfrm>
            <a:off x="508875" y="8748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Feature Maps Flattening</a:t>
            </a:r>
            <a:endParaRPr/>
          </a:p>
        </p:txBody>
      </p:sp>
      <p:sp>
        <p:nvSpPr>
          <p:cNvPr id="1513" name="Google Shape;1513;p123"/>
          <p:cNvSpPr txBox="1"/>
          <p:nvPr>
            <p:ph idx="1" type="body"/>
          </p:nvPr>
        </p:nvSpPr>
        <p:spPr>
          <a:xfrm>
            <a:off x="508875" y="1691775"/>
            <a:ext cx="7851300" cy="29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After the final layers of a convolution network, the feature maps are flattened.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Flattened feature maps are passed to an MLP [vanilla NN] to pass information to each other and get enriched with more information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Finally, the output of the MLP is passed to a classification/regression head to give the final output.</a:t>
            </a:r>
            <a:endParaRPr sz="17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24"/>
          <p:cNvSpPr txBox="1"/>
          <p:nvPr>
            <p:ph type="title"/>
          </p:nvPr>
        </p:nvSpPr>
        <p:spPr>
          <a:xfrm>
            <a:off x="508875" y="328775"/>
            <a:ext cx="5636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Batch Normalization</a:t>
            </a:r>
            <a:endParaRPr/>
          </a:p>
        </p:txBody>
      </p:sp>
      <p:sp>
        <p:nvSpPr>
          <p:cNvPr id="1519" name="Google Shape;1519;p124"/>
          <p:cNvSpPr txBox="1"/>
          <p:nvPr>
            <p:ph idx="1" type="body"/>
          </p:nvPr>
        </p:nvSpPr>
        <p:spPr>
          <a:xfrm>
            <a:off x="508875" y="1076750"/>
            <a:ext cx="7851300" cy="29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Batch Normalization normalizes the weights of each layer to avoid vanishing gradients, exploding gradients as well as a  </a:t>
            </a:r>
            <a:r>
              <a:rPr lang="en" sz="1700"/>
              <a:t>problem</a:t>
            </a:r>
            <a:r>
              <a:rPr lang="en" sz="1700"/>
              <a:t> called “covariate shift”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It does that by shifting by the mean and scaling by the SD, but it also keeps a room for inverse transform if the network thinks that this isn’t the optimal step [Gamma and Beta]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 This helps stabilizing the training, converging in a lower number of epochs and allows you to pick higher learning rates for your network</a:t>
            </a:r>
            <a:endParaRPr sz="17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/>
              <a:t>During inference, there are no batches [or there might be], therefore, the network uses the running mean [regardless]</a:t>
            </a:r>
            <a:endParaRPr sz="1700"/>
          </a:p>
        </p:txBody>
      </p:sp>
      <p:pic>
        <p:nvPicPr>
          <p:cNvPr id="1520" name="Google Shape;1520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362" y="3924801"/>
            <a:ext cx="3476175" cy="12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625" y="4167421"/>
            <a:ext cx="4524375" cy="733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25"/>
          <p:cNvSpPr txBox="1"/>
          <p:nvPr>
            <p:ph type="title"/>
          </p:nvPr>
        </p:nvSpPr>
        <p:spPr>
          <a:xfrm>
            <a:off x="508875" y="874875"/>
            <a:ext cx="6683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The common order of the previous layers</a:t>
            </a:r>
            <a:endParaRPr/>
          </a:p>
        </p:txBody>
      </p:sp>
      <p:sp>
        <p:nvSpPr>
          <p:cNvPr id="1527" name="Google Shape;1527;p125"/>
          <p:cNvSpPr txBox="1"/>
          <p:nvPr>
            <p:ph idx="1" type="body"/>
          </p:nvPr>
        </p:nvSpPr>
        <p:spPr>
          <a:xfrm>
            <a:off x="646350" y="2328875"/>
            <a:ext cx="78513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100"/>
              <a:t>Conv -&gt; BatchNorm -&gt; ReLU -&gt; Pool</a:t>
            </a:r>
            <a:endParaRPr sz="21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26"/>
          <p:cNvSpPr txBox="1"/>
          <p:nvPr>
            <p:ph type="title"/>
          </p:nvPr>
        </p:nvSpPr>
        <p:spPr>
          <a:xfrm>
            <a:off x="508875" y="874875"/>
            <a:ext cx="6683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Augmentation</a:t>
            </a:r>
            <a:endParaRPr/>
          </a:p>
        </p:txBody>
      </p:sp>
      <p:sp>
        <p:nvSpPr>
          <p:cNvPr id="1533" name="Google Shape;1533;p126"/>
          <p:cNvSpPr txBox="1"/>
          <p:nvPr>
            <p:ph idx="1" type="body"/>
          </p:nvPr>
        </p:nvSpPr>
        <p:spPr>
          <a:xfrm>
            <a:off x="646350" y="2328875"/>
            <a:ext cx="7851300" cy="13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Augmentation is a method used to artificially increase the number of training </a:t>
            </a:r>
            <a:r>
              <a:rPr lang="en" sz="1800"/>
              <a:t>samples.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This process reduces overfitting and allows the model to see more diverse images during training, which results in a better generalization</a:t>
            </a:r>
            <a:endParaRPr sz="1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27"/>
          <p:cNvSpPr txBox="1"/>
          <p:nvPr>
            <p:ph type="title"/>
          </p:nvPr>
        </p:nvSpPr>
        <p:spPr>
          <a:xfrm>
            <a:off x="508875" y="874875"/>
            <a:ext cx="66831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Image Augmentation</a:t>
            </a:r>
            <a:endParaRPr/>
          </a:p>
        </p:txBody>
      </p:sp>
      <p:pic>
        <p:nvPicPr>
          <p:cNvPr id="1539" name="Google Shape;1539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313" y="2059250"/>
            <a:ext cx="3559626" cy="236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0" name="Google Shape;1540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5183" y="2267677"/>
            <a:ext cx="3728418" cy="195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28"/>
          <p:cNvSpPr txBox="1"/>
          <p:nvPr>
            <p:ph type="title"/>
          </p:nvPr>
        </p:nvSpPr>
        <p:spPr>
          <a:xfrm>
            <a:off x="508875" y="874875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Training, Validation and evaluation for image classification</a:t>
            </a:r>
            <a:endParaRPr sz="2600"/>
          </a:p>
        </p:txBody>
      </p:sp>
      <p:sp>
        <p:nvSpPr>
          <p:cNvPr id="1546" name="Google Shape;1546;p128"/>
          <p:cNvSpPr txBox="1"/>
          <p:nvPr/>
        </p:nvSpPr>
        <p:spPr>
          <a:xfrm>
            <a:off x="740225" y="1895475"/>
            <a:ext cx="73893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You typically split your dataset into 3 subsets: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nrope"/>
              <a:buAutoNum type="arabicPeriod"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Training set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nrope"/>
              <a:buAutoNum type="arabicPeriod"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Validation set -&gt; guides the training process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anrope"/>
              <a:buAutoNum type="arabicPeriod"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Test set -&gt; final evaluation for the model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Sometimes we just use the validation set as a test set for experimentation purposes, though in real projects, you need a dedicated test set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Common splits are 0.7, 0.15, 0.15 or 0.7, 0.2, 0.1</a:t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29"/>
          <p:cNvSpPr txBox="1"/>
          <p:nvPr>
            <p:ph type="title"/>
          </p:nvPr>
        </p:nvSpPr>
        <p:spPr>
          <a:xfrm>
            <a:off x="508875" y="874875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ImageNet1k</a:t>
            </a:r>
            <a:endParaRPr sz="2600"/>
          </a:p>
        </p:txBody>
      </p:sp>
      <p:sp>
        <p:nvSpPr>
          <p:cNvPr id="1552" name="Google Shape;1552;p129"/>
          <p:cNvSpPr txBox="1"/>
          <p:nvPr/>
        </p:nvSpPr>
        <p:spPr>
          <a:xfrm>
            <a:off x="508875" y="1520825"/>
            <a:ext cx="7974600" cy="3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b="1" lang="en" sz="1800"/>
              <a:t>large-scale image dataset</a:t>
            </a:r>
            <a:r>
              <a:rPr lang="en" sz="1800"/>
              <a:t> created for </a:t>
            </a:r>
            <a:r>
              <a:rPr b="1" lang="en" sz="1800"/>
              <a:t>visual object recognition</a:t>
            </a:r>
            <a:r>
              <a:rPr lang="en" sz="1800"/>
              <a:t> research.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Contains </a:t>
            </a:r>
            <a:r>
              <a:rPr b="1" lang="en" sz="1800"/>
              <a:t>millions of labeled images</a:t>
            </a:r>
            <a:r>
              <a:rPr lang="en" sz="1800"/>
              <a:t> organized into </a:t>
            </a:r>
            <a:r>
              <a:rPr b="1" lang="en" sz="1800"/>
              <a:t>thousands of object categories</a:t>
            </a:r>
            <a:r>
              <a:rPr lang="en" sz="1800"/>
              <a:t>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Its most famous subset is </a:t>
            </a:r>
            <a:r>
              <a:rPr b="1" lang="en" sz="1800"/>
              <a:t>ImageNet-1K</a:t>
            </a:r>
            <a:r>
              <a:rPr lang="en" sz="1800"/>
              <a:t>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~</a:t>
            </a:r>
            <a:r>
              <a:rPr b="1" lang="en" sz="1800"/>
              <a:t>1.2 million training images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 sz="1800"/>
              <a:t>1,000 classes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It powered the </a:t>
            </a:r>
            <a:r>
              <a:rPr b="1" lang="en" sz="1800"/>
              <a:t>ImageNet Large Scale Visual Recognition Challenge (ILSVRC)</a:t>
            </a:r>
            <a:r>
              <a:rPr lang="en" sz="1800"/>
              <a:t>, which drove major advances in CNNs.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130"/>
          <p:cNvSpPr txBox="1"/>
          <p:nvPr>
            <p:ph type="title"/>
          </p:nvPr>
        </p:nvSpPr>
        <p:spPr>
          <a:xfrm>
            <a:off x="508875" y="874875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ImageNet1k</a:t>
            </a:r>
            <a:endParaRPr sz="2600"/>
          </a:p>
        </p:txBody>
      </p:sp>
      <p:sp>
        <p:nvSpPr>
          <p:cNvPr id="1558" name="Google Shape;1558;p130"/>
          <p:cNvSpPr txBox="1"/>
          <p:nvPr/>
        </p:nvSpPr>
        <p:spPr>
          <a:xfrm>
            <a:off x="635000" y="1895475"/>
            <a:ext cx="75600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1.28M training images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50K validation images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100K test images</a:t>
            </a:r>
            <a:r>
              <a:rPr lang="en" sz="1900"/>
              <a:t> (labels historically withheld for the challenge)</a:t>
            </a:r>
            <a:endParaRPr sz="19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2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131"/>
          <p:cNvSpPr txBox="1"/>
          <p:nvPr>
            <p:ph type="title"/>
          </p:nvPr>
        </p:nvSpPr>
        <p:spPr>
          <a:xfrm>
            <a:off x="537075" y="289750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Evaluation</a:t>
            </a:r>
            <a:endParaRPr sz="2600"/>
          </a:p>
        </p:txBody>
      </p:sp>
      <p:sp>
        <p:nvSpPr>
          <p:cNvPr id="1564" name="Google Shape;1564;p131"/>
          <p:cNvSpPr txBox="1"/>
          <p:nvPr/>
        </p:nvSpPr>
        <p:spPr>
          <a:xfrm>
            <a:off x="537075" y="925025"/>
            <a:ext cx="7560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For evaluation, we usually categorize predictions into 4 categories: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[this especially makes more sense in binary classification tasks]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True Positive TP: the sample belongs to the positive class, and the model does predict a positive class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False Positive FP: the sample belongs to some the negative class but the model relates it to the positive class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True Negative TN: The sample belongs to the negative class, and the model successfully relates it to the negative class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False Negative FN: the sample belongs to the positive class, but the model relates it to the positive class</a:t>
            </a:r>
            <a:endParaRPr sz="1900"/>
          </a:p>
        </p:txBody>
      </p:sp>
      <p:sp>
        <p:nvSpPr>
          <p:cNvPr id="1565" name="Google Shape;1565;p131"/>
          <p:cNvSpPr txBox="1"/>
          <p:nvPr/>
        </p:nvSpPr>
        <p:spPr>
          <a:xfrm>
            <a:off x="740225" y="1895475"/>
            <a:ext cx="73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32"/>
          <p:cNvSpPr txBox="1"/>
          <p:nvPr>
            <p:ph type="title"/>
          </p:nvPr>
        </p:nvSpPr>
        <p:spPr>
          <a:xfrm>
            <a:off x="537075" y="289750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Evaluation</a:t>
            </a:r>
            <a:endParaRPr sz="2600"/>
          </a:p>
        </p:txBody>
      </p:sp>
      <p:sp>
        <p:nvSpPr>
          <p:cNvPr id="1571" name="Google Shape;1571;p132"/>
          <p:cNvSpPr txBox="1"/>
          <p:nvPr/>
        </p:nvSpPr>
        <p:spPr>
          <a:xfrm>
            <a:off x="740225" y="1895475"/>
            <a:ext cx="73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72" name="Google Shape;1572;p132"/>
          <p:cNvSpPr txBox="1"/>
          <p:nvPr/>
        </p:nvSpPr>
        <p:spPr>
          <a:xfrm>
            <a:off x="537075" y="925025"/>
            <a:ext cx="7560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For evaluation, we usually use 3 main metrics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Accuracy: how many samples did the model actually classify correctly across all samples regardless the class</a:t>
            </a:r>
            <a:endParaRPr sz="1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Precision: 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How often is the model correct when it picks this class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In other words: Correct predictions of class X / All predictions labeled as class X </a:t>
            </a:r>
            <a:endParaRPr sz="1900"/>
          </a:p>
          <a:p>
            <a:pPr indent="-349250" lvl="0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TP/(TP+FN)</a:t>
            </a:r>
            <a:endParaRPr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Recall: 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Out of all actual samples of class X, how many did we classify correctly?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TP/(TP+FP)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33"/>
          <p:cNvSpPr txBox="1"/>
          <p:nvPr>
            <p:ph type="title"/>
          </p:nvPr>
        </p:nvSpPr>
        <p:spPr>
          <a:xfrm>
            <a:off x="508875" y="874875"/>
            <a:ext cx="7974600" cy="5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600"/>
              <a:t>Example to distinguish between Precision and Recall</a:t>
            </a:r>
            <a:endParaRPr sz="2600"/>
          </a:p>
        </p:txBody>
      </p:sp>
      <p:sp>
        <p:nvSpPr>
          <p:cNvPr id="1578" name="Google Shape;1578;p133"/>
          <p:cNvSpPr txBox="1"/>
          <p:nvPr/>
        </p:nvSpPr>
        <p:spPr>
          <a:xfrm>
            <a:off x="740225" y="1895475"/>
            <a:ext cx="7389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579" name="Google Shape;1579;p133"/>
          <p:cNvSpPr txBox="1"/>
          <p:nvPr/>
        </p:nvSpPr>
        <p:spPr>
          <a:xfrm>
            <a:off x="635000" y="1895475"/>
            <a:ext cx="75600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There are 10 actual cats, but the model predicts 8 cats: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6 predictions are actually cats → TP = 6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2 predicted cats are dogs → FP = 2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-"/>
            </a:pPr>
            <a:r>
              <a:rPr lang="en" sz="1900"/>
              <a:t>4 actual cats were missed → FN = 4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Recall: 6/10=60% → Of real cats, found 60%.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Precision: 6/8=75% → Of predicted cats, 75% were actually cats.</a:t>
            </a:r>
            <a:endParaRPr sz="19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134"/>
          <p:cNvSpPr txBox="1"/>
          <p:nvPr>
            <p:ph type="title"/>
          </p:nvPr>
        </p:nvSpPr>
        <p:spPr>
          <a:xfrm>
            <a:off x="1230450" y="1583100"/>
            <a:ext cx="6683100" cy="19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Thanks for your attention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Break then Lab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your attention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  <p:sp>
        <p:nvSpPr>
          <p:cNvPr id="1595" name="Google Shape;1595;p1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 AGENDA">
  <a:themeElements>
    <a:clrScheme name="Simple Light">
      <a:dk1>
        <a:srgbClr val="E9E4DB"/>
      </a:dk1>
      <a:lt1>
        <a:srgbClr val="131313"/>
      </a:lt1>
      <a:dk2>
        <a:srgbClr val="E96A64"/>
      </a:dk2>
      <a:lt2>
        <a:srgbClr val="299F9C"/>
      </a:lt2>
      <a:accent1>
        <a:srgbClr val="C0534D"/>
      </a:accent1>
      <a:accent2>
        <a:srgbClr val="207D7B"/>
      </a:accent2>
      <a:accent3>
        <a:srgbClr val="6E9960"/>
      </a:accent3>
      <a:accent4>
        <a:srgbClr val="444746"/>
      </a:accent4>
      <a:accent5>
        <a:srgbClr val="CDC7B9"/>
      </a:accent5>
      <a:accent6>
        <a:srgbClr val="F5F5F5"/>
      </a:accent6>
      <a:hlink>
        <a:srgbClr val="577D4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